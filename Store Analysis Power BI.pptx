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29907-0FB7-4D9F-84FD-E4E6C4B565E3}" v="8" dt="2026-07-03T10:45:10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rek dsliva" userId="0c975b3e74d6077f" providerId="LiveId" clId="{A1B582C6-06DD-4F34-8C38-E2A8443290EE}"/>
    <pc:docChg chg="undo custSel addSld modSld addMainMaster delMainMaster modMainMaster">
      <pc:chgData name="derek dsliva" userId="0c975b3e74d6077f" providerId="LiveId" clId="{A1B582C6-06DD-4F34-8C38-E2A8443290EE}" dt="2026-07-03T10:49:14.219" v="314" actId="21"/>
      <pc:docMkLst>
        <pc:docMk/>
      </pc:docMkLst>
      <pc:sldChg chg="addSp delSp modSp mod modMedia modClrScheme delAnim chgLayout">
        <pc:chgData name="derek dsliva" userId="0c975b3e74d6077f" providerId="LiveId" clId="{A1B582C6-06DD-4F34-8C38-E2A8443290EE}" dt="2026-07-03T10:25:03.363" v="72" actId="26606"/>
        <pc:sldMkLst>
          <pc:docMk/>
          <pc:sldMk cId="265483360" sldId="256"/>
        </pc:sldMkLst>
        <pc:spChg chg="mod">
          <ac:chgData name="derek dsliva" userId="0c975b3e74d6077f" providerId="LiveId" clId="{A1B582C6-06DD-4F34-8C38-E2A8443290EE}" dt="2026-07-03T10:25:03.363" v="72" actId="26606"/>
          <ac:spMkLst>
            <pc:docMk/>
            <pc:sldMk cId="265483360" sldId="256"/>
            <ac:spMk id="2" creationId="{B1DC39B0-FB74-C4DB-AA17-FBA1A28E4E08}"/>
          </ac:spMkLst>
        </pc:spChg>
        <pc:spChg chg="mod">
          <ac:chgData name="derek dsliva" userId="0c975b3e74d6077f" providerId="LiveId" clId="{A1B582C6-06DD-4F34-8C38-E2A8443290EE}" dt="2026-07-03T10:25:03.363" v="72" actId="26606"/>
          <ac:spMkLst>
            <pc:docMk/>
            <pc:sldMk cId="265483360" sldId="256"/>
            <ac:spMk id="3" creationId="{0C5CF3CC-562F-3CE6-773D-6E662626D927}"/>
          </ac:spMkLst>
        </pc:spChg>
        <pc:spChg chg="add del mod">
          <ac:chgData name="derek dsliva" userId="0c975b3e74d6077f" providerId="LiveId" clId="{A1B582C6-06DD-4F34-8C38-E2A8443290EE}" dt="2026-07-03T10:24:42.401" v="67" actId="26606"/>
          <ac:spMkLst>
            <pc:docMk/>
            <pc:sldMk cId="265483360" sldId="256"/>
            <ac:spMk id="8" creationId="{23233539-78F0-3C83-3490-2358B8686429}"/>
          </ac:spMkLst>
        </pc:spChg>
        <pc:picChg chg="add del mod">
          <ac:chgData name="derek dsliva" userId="0c975b3e74d6077f" providerId="LiveId" clId="{A1B582C6-06DD-4F34-8C38-E2A8443290EE}" dt="2026-07-03T10:25:03.344" v="71" actId="26606"/>
          <ac:picMkLst>
            <pc:docMk/>
            <pc:sldMk cId="265483360" sldId="256"/>
            <ac:picMk id="5" creationId="{6203739F-0A47-FC0F-D9AF-B6DF1BA06533}"/>
          </ac:picMkLst>
        </pc:picChg>
        <pc:picChg chg="add">
          <ac:chgData name="derek dsliva" userId="0c975b3e74d6077f" providerId="LiveId" clId="{A1B582C6-06DD-4F34-8C38-E2A8443290EE}" dt="2026-07-03T10:25:03.363" v="72" actId="26606"/>
          <ac:picMkLst>
            <pc:docMk/>
            <pc:sldMk cId="265483360" sldId="256"/>
            <ac:picMk id="7" creationId="{F75E82D1-D601-D8B6-9881-58654836B6F1}"/>
          </ac:picMkLst>
        </pc:picChg>
      </pc:sldChg>
      <pc:sldChg chg="addSp delSp modSp new mod modClrScheme chgLayout">
        <pc:chgData name="derek dsliva" userId="0c975b3e74d6077f" providerId="LiveId" clId="{A1B582C6-06DD-4F34-8C38-E2A8443290EE}" dt="2026-07-03T10:49:14.219" v="314" actId="21"/>
        <pc:sldMkLst>
          <pc:docMk/>
          <pc:sldMk cId="3576858279" sldId="257"/>
        </pc:sldMkLst>
        <pc:spChg chg="mod">
          <ac:chgData name="derek dsliva" userId="0c975b3e74d6077f" providerId="LiveId" clId="{A1B582C6-06DD-4F34-8C38-E2A8443290EE}" dt="2026-07-03T10:28:25.123" v="141" actId="26606"/>
          <ac:spMkLst>
            <pc:docMk/>
            <pc:sldMk cId="3576858279" sldId="257"/>
            <ac:spMk id="2" creationId="{E271DE71-96F3-DBC7-DA93-7F401FF35C95}"/>
          </ac:spMkLst>
        </pc:spChg>
        <pc:spChg chg="del mod">
          <ac:chgData name="derek dsliva" userId="0c975b3e74d6077f" providerId="LiveId" clId="{A1B582C6-06DD-4F34-8C38-E2A8443290EE}" dt="2026-07-03T10:27:46.463" v="139" actId="26606"/>
          <ac:spMkLst>
            <pc:docMk/>
            <pc:sldMk cId="3576858279" sldId="257"/>
            <ac:spMk id="3" creationId="{AECB0580-49F2-9188-12BA-73C68C672FC6}"/>
          </ac:spMkLst>
        </pc:spChg>
        <pc:spChg chg="add del mod">
          <ac:chgData name="derek dsliva" userId="0c975b3e74d6077f" providerId="LiveId" clId="{A1B582C6-06DD-4F34-8C38-E2A8443290EE}" dt="2026-07-03T10:28:07.899" v="140" actId="26606"/>
          <ac:spMkLst>
            <pc:docMk/>
            <pc:sldMk cId="3576858279" sldId="257"/>
            <ac:spMk id="9" creationId="{A59441E6-C525-E0A2-3734-415EB7C4AED5}"/>
          </ac:spMkLst>
        </pc:spChg>
        <pc:spChg chg="add del mod">
          <ac:chgData name="derek dsliva" userId="0c975b3e74d6077f" providerId="LiveId" clId="{A1B582C6-06DD-4F34-8C38-E2A8443290EE}" dt="2026-07-03T10:49:14.219" v="314" actId="21"/>
          <ac:spMkLst>
            <pc:docMk/>
            <pc:sldMk cId="3576858279" sldId="257"/>
            <ac:spMk id="10" creationId="{2B37811B-F800-7022-E889-BF61FBC1225B}"/>
          </ac:spMkLst>
        </pc:spChg>
        <pc:graphicFrameChg chg="add mod modGraphic">
          <ac:chgData name="derek dsliva" userId="0c975b3e74d6077f" providerId="LiveId" clId="{A1B582C6-06DD-4F34-8C38-E2A8443290EE}" dt="2026-07-03T10:28:25.123" v="141" actId="26606"/>
          <ac:graphicFrameMkLst>
            <pc:docMk/>
            <pc:sldMk cId="3576858279" sldId="257"/>
            <ac:graphicFrameMk id="5" creationId="{1702BC28-D0A8-2D37-0A7B-07A815746A07}"/>
          </ac:graphicFrameMkLst>
        </pc:graphicFrameChg>
      </pc:sldChg>
      <pc:sldChg chg="addSp delSp modSp new mod modClrScheme chgLayout">
        <pc:chgData name="derek dsliva" userId="0c975b3e74d6077f" providerId="LiveId" clId="{A1B582C6-06DD-4F34-8C38-E2A8443290EE}" dt="2026-07-03T10:27:27.813" v="138" actId="26606"/>
        <pc:sldMkLst>
          <pc:docMk/>
          <pc:sldMk cId="2678516557" sldId="258"/>
        </pc:sldMkLst>
        <pc:spChg chg="mod">
          <ac:chgData name="derek dsliva" userId="0c975b3e74d6077f" providerId="LiveId" clId="{A1B582C6-06DD-4F34-8C38-E2A8443290EE}" dt="2026-07-03T10:27:27.813" v="138" actId="26606"/>
          <ac:spMkLst>
            <pc:docMk/>
            <pc:sldMk cId="2678516557" sldId="258"/>
            <ac:spMk id="2" creationId="{75E47840-B180-B7D3-6DD7-CF8F47AF6FBB}"/>
          </ac:spMkLst>
        </pc:spChg>
        <pc:spChg chg="del mod">
          <ac:chgData name="derek dsliva" userId="0c975b3e74d6077f" providerId="LiveId" clId="{A1B582C6-06DD-4F34-8C38-E2A8443290EE}" dt="2026-07-03T10:27:27.813" v="138" actId="26606"/>
          <ac:spMkLst>
            <pc:docMk/>
            <pc:sldMk cId="2678516557" sldId="258"/>
            <ac:spMk id="3" creationId="{3D2CC5E6-CD91-16EB-7B4B-EC50C7972A7C}"/>
          </ac:spMkLst>
        </pc:spChg>
        <pc:graphicFrameChg chg="add mod">
          <ac:chgData name="derek dsliva" userId="0c975b3e74d6077f" providerId="LiveId" clId="{A1B582C6-06DD-4F34-8C38-E2A8443290EE}" dt="2026-07-03T10:27:27.813" v="138" actId="26606"/>
          <ac:graphicFrameMkLst>
            <pc:docMk/>
            <pc:sldMk cId="2678516557" sldId="258"/>
            <ac:graphicFrameMk id="5" creationId="{297A5289-FB44-1183-0511-E3697EB1261D}"/>
          </ac:graphicFrameMkLst>
        </pc:graphicFrameChg>
      </pc:sldChg>
      <pc:sldChg chg="addSp delSp modSp new mod modClrScheme chgLayout">
        <pc:chgData name="derek dsliva" userId="0c975b3e74d6077f" providerId="LiveId" clId="{A1B582C6-06DD-4F34-8C38-E2A8443290EE}" dt="2026-07-03T10:32:06.436" v="184" actId="12"/>
        <pc:sldMkLst>
          <pc:docMk/>
          <pc:sldMk cId="605969604" sldId="259"/>
        </pc:sldMkLst>
        <pc:spChg chg="mod">
          <ac:chgData name="derek dsliva" userId="0c975b3e74d6077f" providerId="LiveId" clId="{A1B582C6-06DD-4F34-8C38-E2A8443290EE}" dt="2026-07-03T10:31:50.360" v="181" actId="14100"/>
          <ac:spMkLst>
            <pc:docMk/>
            <pc:sldMk cId="605969604" sldId="259"/>
            <ac:spMk id="2" creationId="{B661E250-342A-691B-B2D8-9B1F6B6631A7}"/>
          </ac:spMkLst>
        </pc:spChg>
        <pc:spChg chg="mod">
          <ac:chgData name="derek dsliva" userId="0c975b3e74d6077f" providerId="LiveId" clId="{A1B582C6-06DD-4F34-8C38-E2A8443290EE}" dt="2026-07-03T10:32:06.436" v="184" actId="12"/>
          <ac:spMkLst>
            <pc:docMk/>
            <pc:sldMk cId="605969604" sldId="259"/>
            <ac:spMk id="3" creationId="{36CE41B8-A99F-0F0B-2E32-9D6568696280}"/>
          </ac:spMkLst>
        </pc:spChg>
        <pc:spChg chg="add del mod">
          <ac:chgData name="derek dsliva" userId="0c975b3e74d6077f" providerId="LiveId" clId="{A1B582C6-06DD-4F34-8C38-E2A8443290EE}" dt="2026-07-03T10:31:05.170" v="180" actId="931"/>
          <ac:spMkLst>
            <pc:docMk/>
            <pc:sldMk cId="605969604" sldId="259"/>
            <ac:spMk id="8" creationId="{8B133ED2-4A01-799E-77D6-226923BD68A1}"/>
          </ac:spMkLst>
        </pc:spChg>
        <pc:picChg chg="add del">
          <ac:chgData name="derek dsliva" userId="0c975b3e74d6077f" providerId="LiveId" clId="{A1B582C6-06DD-4F34-8C38-E2A8443290EE}" dt="2026-07-03T10:30:23.670" v="175" actId="21"/>
          <ac:picMkLst>
            <pc:docMk/>
            <pc:sldMk cId="605969604" sldId="259"/>
            <ac:picMk id="5" creationId="{02D29AD2-508B-90DB-BDBA-DBA036526321}"/>
          </ac:picMkLst>
        </pc:picChg>
        <pc:picChg chg="add mod ord">
          <ac:chgData name="derek dsliva" userId="0c975b3e74d6077f" providerId="LiveId" clId="{A1B582C6-06DD-4F34-8C38-E2A8443290EE}" dt="2026-07-03T10:31:05.170" v="180" actId="931"/>
          <ac:picMkLst>
            <pc:docMk/>
            <pc:sldMk cId="605969604" sldId="259"/>
            <ac:picMk id="6" creationId="{64FC6129-2324-4213-1B38-060887826F8D}"/>
          </ac:picMkLst>
        </pc:picChg>
      </pc:sldChg>
      <pc:sldChg chg="addSp modSp new mod modClrScheme chgLayout">
        <pc:chgData name="derek dsliva" userId="0c975b3e74d6077f" providerId="LiveId" clId="{A1B582C6-06DD-4F34-8C38-E2A8443290EE}" dt="2026-07-03T10:41:26.611" v="240" actId="1076"/>
        <pc:sldMkLst>
          <pc:docMk/>
          <pc:sldMk cId="1980463658" sldId="260"/>
        </pc:sldMkLst>
        <pc:spChg chg="mod">
          <ac:chgData name="derek dsliva" userId="0c975b3e74d6077f" providerId="LiveId" clId="{A1B582C6-06DD-4F34-8C38-E2A8443290EE}" dt="2026-07-03T10:41:26.611" v="240" actId="1076"/>
          <ac:spMkLst>
            <pc:docMk/>
            <pc:sldMk cId="1980463658" sldId="260"/>
            <ac:spMk id="2" creationId="{8E3AB09E-EF34-D36F-674D-5C16E1D4BF86}"/>
          </ac:spMkLst>
        </pc:spChg>
        <pc:spChg chg="mod">
          <ac:chgData name="derek dsliva" userId="0c975b3e74d6077f" providerId="LiveId" clId="{A1B582C6-06DD-4F34-8C38-E2A8443290EE}" dt="2026-07-03T10:40:33.642" v="236" actId="27636"/>
          <ac:spMkLst>
            <pc:docMk/>
            <pc:sldMk cId="1980463658" sldId="260"/>
            <ac:spMk id="3" creationId="{F4C584FD-DD3F-AD49-4B7D-2C73410F9F85}"/>
          </ac:spMkLst>
        </pc:spChg>
        <pc:picChg chg="add mod">
          <ac:chgData name="derek dsliva" userId="0c975b3e74d6077f" providerId="LiveId" clId="{A1B582C6-06DD-4F34-8C38-E2A8443290EE}" dt="2026-07-03T10:40:54.101" v="239" actId="1076"/>
          <ac:picMkLst>
            <pc:docMk/>
            <pc:sldMk cId="1980463658" sldId="260"/>
            <ac:picMk id="5" creationId="{3C1866C9-879F-4352-AEBB-64F5A5F15181}"/>
          </ac:picMkLst>
        </pc:picChg>
        <pc:picChg chg="add mod">
          <ac:chgData name="derek dsliva" userId="0c975b3e74d6077f" providerId="LiveId" clId="{A1B582C6-06DD-4F34-8C38-E2A8443290EE}" dt="2026-07-03T10:38:46.133" v="217" actId="1076"/>
          <ac:picMkLst>
            <pc:docMk/>
            <pc:sldMk cId="1980463658" sldId="260"/>
            <ac:picMk id="7" creationId="{C909EEF5-4E5E-EC76-5925-5B4D58CC9AC5}"/>
          </ac:picMkLst>
        </pc:picChg>
        <pc:picChg chg="add mod">
          <ac:chgData name="derek dsliva" userId="0c975b3e74d6077f" providerId="LiveId" clId="{A1B582C6-06DD-4F34-8C38-E2A8443290EE}" dt="2026-07-03T10:39:17.837" v="223" actId="14100"/>
          <ac:picMkLst>
            <pc:docMk/>
            <pc:sldMk cId="1980463658" sldId="260"/>
            <ac:picMk id="9" creationId="{ED8FEA82-B2C2-5A0B-45AD-E47C40B814FA}"/>
          </ac:picMkLst>
        </pc:picChg>
        <pc:picChg chg="add mod">
          <ac:chgData name="derek dsliva" userId="0c975b3e74d6077f" providerId="LiveId" clId="{A1B582C6-06DD-4F34-8C38-E2A8443290EE}" dt="2026-07-03T10:40:43.400" v="238" actId="14100"/>
          <ac:picMkLst>
            <pc:docMk/>
            <pc:sldMk cId="1980463658" sldId="260"/>
            <ac:picMk id="11" creationId="{2A0E490E-F175-9291-2890-B52AD7F9C395}"/>
          </ac:picMkLst>
        </pc:picChg>
      </pc:sldChg>
      <pc:sldChg chg="addSp delSp modSp new mod modClrScheme chgLayout">
        <pc:chgData name="derek dsliva" userId="0c975b3e74d6077f" providerId="LiveId" clId="{A1B582C6-06DD-4F34-8C38-E2A8443290EE}" dt="2026-07-03T10:43:11.128" v="280" actId="14100"/>
        <pc:sldMkLst>
          <pc:docMk/>
          <pc:sldMk cId="4244879392" sldId="261"/>
        </pc:sldMkLst>
        <pc:spChg chg="mod">
          <ac:chgData name="derek dsliva" userId="0c975b3e74d6077f" providerId="LiveId" clId="{A1B582C6-06DD-4F34-8C38-E2A8443290EE}" dt="2026-07-03T10:43:11.128" v="280" actId="14100"/>
          <ac:spMkLst>
            <pc:docMk/>
            <pc:sldMk cId="4244879392" sldId="261"/>
            <ac:spMk id="2" creationId="{F0033B36-73FA-3C02-03E6-E0647B9C9691}"/>
          </ac:spMkLst>
        </pc:spChg>
        <pc:spChg chg="del mod">
          <ac:chgData name="derek dsliva" userId="0c975b3e74d6077f" providerId="LiveId" clId="{A1B582C6-06DD-4F34-8C38-E2A8443290EE}" dt="2026-07-03T10:42:31.943" v="276" actId="26606"/>
          <ac:spMkLst>
            <pc:docMk/>
            <pc:sldMk cId="4244879392" sldId="261"/>
            <ac:spMk id="3" creationId="{0AFBFEDD-39AD-865A-16A8-19ADEC557C2B}"/>
          </ac:spMkLst>
        </pc:spChg>
        <pc:graphicFrameChg chg="add mod">
          <ac:chgData name="derek dsliva" userId="0c975b3e74d6077f" providerId="LiveId" clId="{A1B582C6-06DD-4F34-8C38-E2A8443290EE}" dt="2026-07-03T10:42:31.943" v="276" actId="26606"/>
          <ac:graphicFrameMkLst>
            <pc:docMk/>
            <pc:sldMk cId="4244879392" sldId="261"/>
            <ac:graphicFrameMk id="5" creationId="{FB512218-9233-B936-C2B3-FC80D39E9CE9}"/>
          </ac:graphicFrameMkLst>
        </pc:graphicFrameChg>
      </pc:sldChg>
      <pc:sldChg chg="addSp delSp modSp new mod modClrScheme chgLayout">
        <pc:chgData name="derek dsliva" userId="0c975b3e74d6077f" providerId="LiveId" clId="{A1B582C6-06DD-4F34-8C38-E2A8443290EE}" dt="2026-07-03T10:48:06.887" v="313" actId="931"/>
        <pc:sldMkLst>
          <pc:docMk/>
          <pc:sldMk cId="3326829750" sldId="262"/>
        </pc:sldMkLst>
        <pc:spChg chg="mod">
          <ac:chgData name="derek dsliva" userId="0c975b3e74d6077f" providerId="LiveId" clId="{A1B582C6-06DD-4F34-8C38-E2A8443290EE}" dt="2026-07-03T10:45:50.368" v="312" actId="26606"/>
          <ac:spMkLst>
            <pc:docMk/>
            <pc:sldMk cId="3326829750" sldId="262"/>
            <ac:spMk id="2" creationId="{28381BD5-629B-3594-B555-8BE3276D116B}"/>
          </ac:spMkLst>
        </pc:spChg>
        <pc:spChg chg="mod">
          <ac:chgData name="derek dsliva" userId="0c975b3e74d6077f" providerId="LiveId" clId="{A1B582C6-06DD-4F34-8C38-E2A8443290EE}" dt="2026-07-03T10:45:50.368" v="312" actId="26606"/>
          <ac:spMkLst>
            <pc:docMk/>
            <pc:sldMk cId="3326829750" sldId="262"/>
            <ac:spMk id="3" creationId="{24EEB08E-87D7-037D-EE4F-0ED51EFFF9A3}"/>
          </ac:spMkLst>
        </pc:spChg>
        <pc:spChg chg="add del mod">
          <ac:chgData name="derek dsliva" userId="0c975b3e74d6077f" providerId="LiveId" clId="{A1B582C6-06DD-4F34-8C38-E2A8443290EE}" dt="2026-07-03T10:48:06.887" v="313" actId="931"/>
          <ac:spMkLst>
            <pc:docMk/>
            <pc:sldMk cId="3326829750" sldId="262"/>
            <ac:spMk id="8" creationId="{48FBE491-4FC5-F898-AA58-763C532FBEFA}"/>
          </ac:spMkLst>
        </pc:spChg>
        <pc:picChg chg="add mod ord">
          <ac:chgData name="derek dsliva" userId="0c975b3e74d6077f" providerId="LiveId" clId="{A1B582C6-06DD-4F34-8C38-E2A8443290EE}" dt="2026-07-03T10:48:06.887" v="313" actId="931"/>
          <ac:picMkLst>
            <pc:docMk/>
            <pc:sldMk cId="3326829750" sldId="262"/>
            <ac:picMk id="5" creationId="{D7E15081-0018-7746-D92B-D10579B8F6D1}"/>
          </ac:picMkLst>
        </pc:picChg>
      </pc:sldChg>
      <pc:sldMasterChg chg="del delSldLayout modSldLayout">
        <pc:chgData name="derek dsliva" userId="0c975b3e74d6077f" providerId="LiveId" clId="{A1B582C6-06DD-4F34-8C38-E2A8443290EE}" dt="2026-07-03T10:24:23.904" v="66" actId="26606"/>
        <pc:sldMasterMkLst>
          <pc:docMk/>
          <pc:sldMasterMk cId="3001772743" sldId="2147483648"/>
        </pc:sldMasterMkLst>
        <pc:sldLayoutChg chg="del">
          <pc:chgData name="derek dsliva" userId="0c975b3e74d6077f" providerId="LiveId" clId="{A1B582C6-06DD-4F34-8C38-E2A8443290EE}" dt="2026-07-03T10:24:23.904" v="66" actId="26606"/>
          <pc:sldLayoutMkLst>
            <pc:docMk/>
            <pc:sldMasterMk cId="3001772743" sldId="2147483648"/>
            <pc:sldLayoutMk cId="3922140982" sldId="2147483649"/>
          </pc:sldLayoutMkLst>
        </pc:sldLayoutChg>
        <pc:sldLayoutChg chg="del replId">
          <pc:chgData name="derek dsliva" userId="0c975b3e74d6077f" providerId="LiveId" clId="{A1B582C6-06DD-4F34-8C38-E2A8443290EE}" dt="2026-07-03T10:24:23.904" v="66" actId="26606"/>
          <pc:sldLayoutMkLst>
            <pc:docMk/>
            <pc:sldMasterMk cId="3001772743" sldId="2147483648"/>
            <pc:sldLayoutMk cId="2716233716" sldId="2147483909"/>
          </pc:sldLayoutMkLst>
        </pc:sldLayoutChg>
        <pc:sldLayoutChg chg="del replId">
          <pc:chgData name="derek dsliva" userId="0c975b3e74d6077f" providerId="LiveId" clId="{A1B582C6-06DD-4F34-8C38-E2A8443290EE}" dt="2026-07-03T10:24:23.904" v="66" actId="26606"/>
          <pc:sldLayoutMkLst>
            <pc:docMk/>
            <pc:sldMasterMk cId="3001772743" sldId="2147483648"/>
            <pc:sldLayoutMk cId="2901465550" sldId="2147483910"/>
          </pc:sldLayoutMkLst>
        </pc:sldLayoutChg>
        <pc:sldLayoutChg chg="del replId">
          <pc:chgData name="derek dsliva" userId="0c975b3e74d6077f" providerId="LiveId" clId="{A1B582C6-06DD-4F34-8C38-E2A8443290EE}" dt="2026-07-03T10:24:23.904" v="66" actId="26606"/>
          <pc:sldLayoutMkLst>
            <pc:docMk/>
            <pc:sldMasterMk cId="3001772743" sldId="2147483648"/>
            <pc:sldLayoutMk cId="166234010" sldId="2147483911"/>
          </pc:sldLayoutMkLst>
        </pc:sldLayoutChg>
        <pc:sldLayoutChg chg="del replId">
          <pc:chgData name="derek dsliva" userId="0c975b3e74d6077f" providerId="LiveId" clId="{A1B582C6-06DD-4F34-8C38-E2A8443290EE}" dt="2026-07-03T10:24:23.904" v="66" actId="26606"/>
          <pc:sldLayoutMkLst>
            <pc:docMk/>
            <pc:sldMasterMk cId="3001772743" sldId="2147483648"/>
            <pc:sldLayoutMk cId="2173548220" sldId="2147483912"/>
          </pc:sldLayoutMkLst>
        </pc:sldLayoutChg>
        <pc:sldLayoutChg chg="del replId">
          <pc:chgData name="derek dsliva" userId="0c975b3e74d6077f" providerId="LiveId" clId="{A1B582C6-06DD-4F34-8C38-E2A8443290EE}" dt="2026-07-03T10:24:23.904" v="66" actId="26606"/>
          <pc:sldLayoutMkLst>
            <pc:docMk/>
            <pc:sldMasterMk cId="3001772743" sldId="2147483648"/>
            <pc:sldLayoutMk cId="1333716677" sldId="2147483913"/>
          </pc:sldLayoutMkLst>
        </pc:sldLayoutChg>
        <pc:sldLayoutChg chg="del replId">
          <pc:chgData name="derek dsliva" userId="0c975b3e74d6077f" providerId="LiveId" clId="{A1B582C6-06DD-4F34-8C38-E2A8443290EE}" dt="2026-07-03T10:24:23.904" v="66" actId="26606"/>
          <pc:sldLayoutMkLst>
            <pc:docMk/>
            <pc:sldMasterMk cId="3001772743" sldId="2147483648"/>
            <pc:sldLayoutMk cId="2012257585" sldId="2147483914"/>
          </pc:sldLayoutMkLst>
        </pc:sldLayoutChg>
        <pc:sldLayoutChg chg="del replId">
          <pc:chgData name="derek dsliva" userId="0c975b3e74d6077f" providerId="LiveId" clId="{A1B582C6-06DD-4F34-8C38-E2A8443290EE}" dt="2026-07-03T10:24:23.904" v="66" actId="26606"/>
          <pc:sldLayoutMkLst>
            <pc:docMk/>
            <pc:sldMasterMk cId="3001772743" sldId="2147483648"/>
            <pc:sldLayoutMk cId="3689163806" sldId="2147483915"/>
          </pc:sldLayoutMkLst>
        </pc:sldLayoutChg>
        <pc:sldLayoutChg chg="del replId">
          <pc:chgData name="derek dsliva" userId="0c975b3e74d6077f" providerId="LiveId" clId="{A1B582C6-06DD-4F34-8C38-E2A8443290EE}" dt="2026-07-03T10:24:23.904" v="66" actId="26606"/>
          <pc:sldLayoutMkLst>
            <pc:docMk/>
            <pc:sldMasterMk cId="3001772743" sldId="2147483648"/>
            <pc:sldLayoutMk cId="3337473285" sldId="2147483916"/>
          </pc:sldLayoutMkLst>
        </pc:sldLayoutChg>
        <pc:sldLayoutChg chg="del replId">
          <pc:chgData name="derek dsliva" userId="0c975b3e74d6077f" providerId="LiveId" clId="{A1B582C6-06DD-4F34-8C38-E2A8443290EE}" dt="2026-07-03T10:24:23.904" v="66" actId="26606"/>
          <pc:sldLayoutMkLst>
            <pc:docMk/>
            <pc:sldMasterMk cId="3001772743" sldId="2147483648"/>
            <pc:sldLayoutMk cId="2939158204" sldId="2147483917"/>
          </pc:sldLayoutMkLst>
        </pc:sldLayoutChg>
        <pc:sldLayoutChg chg="del replId">
          <pc:chgData name="derek dsliva" userId="0c975b3e74d6077f" providerId="LiveId" clId="{A1B582C6-06DD-4F34-8C38-E2A8443290EE}" dt="2026-07-03T10:24:23.904" v="66" actId="26606"/>
          <pc:sldLayoutMkLst>
            <pc:docMk/>
            <pc:sldMasterMk cId="3001772743" sldId="2147483648"/>
            <pc:sldLayoutMk cId="3013605359" sldId="2147483918"/>
          </pc:sldLayoutMkLst>
        </pc:sldLayoutChg>
      </pc:sldMasterChg>
      <pc:sldMasterChg chg="add addSldLayout">
        <pc:chgData name="derek dsliva" userId="0c975b3e74d6077f" providerId="LiveId" clId="{A1B582C6-06DD-4F34-8C38-E2A8443290EE}" dt="2026-07-03T10:24:23.904" v="66" actId="26606"/>
        <pc:sldMasterMkLst>
          <pc:docMk/>
          <pc:sldMasterMk cId="1135686629" sldId="2147483805"/>
        </pc:sldMasterMkLst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020376799" sldId="2147483753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221733248" sldId="2147483754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309917268" sldId="2147483755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127204018" sldId="2147483756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843946841" sldId="2147483757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112502877" sldId="2147483758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2556139013" sldId="2147483759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256580517" sldId="2147483760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851813147" sldId="2147483761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2594713891" sldId="2147483762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2195989757" sldId="2147483763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853554695" sldId="2147483764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071729240" sldId="2147483765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4085159260" sldId="2147483766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172381280" sldId="2147483767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2246109665" sldId="2147483768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2783051412" sldId="2147483769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793126215" sldId="2147483770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971039616" sldId="2147483771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160020073" sldId="2147483772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454880053" sldId="2147483773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495267206" sldId="2147483774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2699757352" sldId="2147483775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672675123" sldId="2147483776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838021022" sldId="2147483777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2553445202" sldId="2147483778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370226046" sldId="2147483779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625537027" sldId="2147483780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407464276" sldId="2147483781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2344049947" sldId="2147483782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2018351541" sldId="2147483783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6328307" sldId="2147483784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057363807" sldId="2147483785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2378942722" sldId="2147483786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300541561" sldId="2147483787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2809029295" sldId="2147483788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050110959" sldId="2147483789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287086426" sldId="2147483790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290833342" sldId="2147483791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953047612" sldId="2147483792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530407373" sldId="2147483793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665364670" sldId="2147483794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326986154" sldId="2147483795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484872590" sldId="2147483796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879878191" sldId="2147483797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2817257469" sldId="2147483798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3504580419" sldId="2147483799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119536469" sldId="2147483800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668869346" sldId="2147483801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990532759" sldId="2147483802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845923014" sldId="2147483803"/>
          </pc:sldLayoutMkLst>
        </pc:sldLayoutChg>
        <pc:sldLayoutChg chg="add">
          <pc:chgData name="derek dsliva" userId="0c975b3e74d6077f" providerId="LiveId" clId="{A1B582C6-06DD-4F34-8C38-E2A8443290EE}" dt="2026-07-03T10:24:23.904" v="66" actId="26606"/>
          <pc:sldLayoutMkLst>
            <pc:docMk/>
            <pc:sldMasterMk cId="1135686629" sldId="2147483805"/>
            <pc:sldLayoutMk cId="1066011133" sldId="2147483804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6" Type="http://schemas.openxmlformats.org/officeDocument/2006/relationships/image" Target="../media/image25.svg"/><Relationship Id="rId5" Type="http://schemas.openxmlformats.org/officeDocument/2006/relationships/image" Target="../media/image14.sv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6" Type="http://schemas.openxmlformats.org/officeDocument/2006/relationships/image" Target="../media/image25.svg"/><Relationship Id="rId5" Type="http://schemas.openxmlformats.org/officeDocument/2006/relationships/image" Target="../media/image14.sv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AB9929-BFFF-4971-ABC3-50686A5A3CC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5BFD69-59E7-4D17-93B0-A02E00899E48}">
      <dgm:prSet/>
      <dgm:spPr/>
      <dgm:t>
        <a:bodyPr/>
        <a:lstStyle/>
        <a:p>
          <a:r>
            <a:rPr lang="en-IN" b="1"/>
            <a:t>Objectives</a:t>
          </a:r>
          <a:endParaRPr lang="en-US"/>
        </a:p>
      </dgm:t>
    </dgm:pt>
    <dgm:pt modelId="{23334ED6-A809-4B75-ACE5-56CFCCB893FD}" type="parTrans" cxnId="{6C2081BB-3116-4C39-9D09-3A4D148A1A90}">
      <dgm:prSet/>
      <dgm:spPr/>
      <dgm:t>
        <a:bodyPr/>
        <a:lstStyle/>
        <a:p>
          <a:endParaRPr lang="en-US"/>
        </a:p>
      </dgm:t>
    </dgm:pt>
    <dgm:pt modelId="{94109F1A-9047-410D-97A3-21DADB31ECDE}" type="sibTrans" cxnId="{6C2081BB-3116-4C39-9D09-3A4D148A1A90}">
      <dgm:prSet/>
      <dgm:spPr/>
      <dgm:t>
        <a:bodyPr/>
        <a:lstStyle/>
        <a:p>
          <a:endParaRPr lang="en-US"/>
        </a:p>
      </dgm:t>
    </dgm:pt>
    <dgm:pt modelId="{83B12879-B571-4087-901C-105224B060A8}">
      <dgm:prSet/>
      <dgm:spPr/>
      <dgm:t>
        <a:bodyPr/>
        <a:lstStyle/>
        <a:p>
          <a:r>
            <a:rPr lang="en-IN"/>
            <a:t>Analyse overall store sales performance. </a:t>
          </a:r>
          <a:endParaRPr lang="en-US"/>
        </a:p>
      </dgm:t>
    </dgm:pt>
    <dgm:pt modelId="{DF9B3A40-5F8B-4480-9468-9EBEA31531DC}" type="parTrans" cxnId="{4465F5CB-9912-441D-8D1D-83241079E410}">
      <dgm:prSet/>
      <dgm:spPr/>
      <dgm:t>
        <a:bodyPr/>
        <a:lstStyle/>
        <a:p>
          <a:endParaRPr lang="en-US"/>
        </a:p>
      </dgm:t>
    </dgm:pt>
    <dgm:pt modelId="{B172C4E8-31C8-4C07-981A-48B26E8B2411}" type="sibTrans" cxnId="{4465F5CB-9912-441D-8D1D-83241079E410}">
      <dgm:prSet/>
      <dgm:spPr/>
      <dgm:t>
        <a:bodyPr/>
        <a:lstStyle/>
        <a:p>
          <a:endParaRPr lang="en-US"/>
        </a:p>
      </dgm:t>
    </dgm:pt>
    <dgm:pt modelId="{391E328A-1DB8-44FA-8988-7577CD47AE3F}">
      <dgm:prSet/>
      <dgm:spPr/>
      <dgm:t>
        <a:bodyPr/>
        <a:lstStyle/>
        <a:p>
          <a:r>
            <a:rPr lang="en-IN"/>
            <a:t>Identify top-performing product categories. </a:t>
          </a:r>
          <a:endParaRPr lang="en-US"/>
        </a:p>
      </dgm:t>
    </dgm:pt>
    <dgm:pt modelId="{B3D041EC-DA02-4AAD-A313-E10FE8E31027}" type="parTrans" cxnId="{F8B9BC29-1029-46ED-9B18-EB87A7CF765B}">
      <dgm:prSet/>
      <dgm:spPr/>
      <dgm:t>
        <a:bodyPr/>
        <a:lstStyle/>
        <a:p>
          <a:endParaRPr lang="en-US"/>
        </a:p>
      </dgm:t>
    </dgm:pt>
    <dgm:pt modelId="{A1EEA795-C65E-4D28-A1A1-0B3BB1C593F3}" type="sibTrans" cxnId="{F8B9BC29-1029-46ED-9B18-EB87A7CF765B}">
      <dgm:prSet/>
      <dgm:spPr/>
      <dgm:t>
        <a:bodyPr/>
        <a:lstStyle/>
        <a:p>
          <a:endParaRPr lang="en-US"/>
        </a:p>
      </dgm:t>
    </dgm:pt>
    <dgm:pt modelId="{F975C8FB-DEF5-484E-A0FA-506E026A817C}">
      <dgm:prSet/>
      <dgm:spPr/>
      <dgm:t>
        <a:bodyPr/>
        <a:lstStyle/>
        <a:p>
          <a:r>
            <a:rPr lang="en-IN"/>
            <a:t>Understand customer purchasing behavior. </a:t>
          </a:r>
          <a:endParaRPr lang="en-US"/>
        </a:p>
      </dgm:t>
    </dgm:pt>
    <dgm:pt modelId="{CE285110-1859-4ACC-912E-745BF747083E}" type="parTrans" cxnId="{CC6F1E21-63E3-48C3-BB7C-E066D1AAB75E}">
      <dgm:prSet/>
      <dgm:spPr/>
      <dgm:t>
        <a:bodyPr/>
        <a:lstStyle/>
        <a:p>
          <a:endParaRPr lang="en-US"/>
        </a:p>
      </dgm:t>
    </dgm:pt>
    <dgm:pt modelId="{72D7D5F2-11FD-44CC-A1A6-A97B06F82008}" type="sibTrans" cxnId="{CC6F1E21-63E3-48C3-BB7C-E066D1AAB75E}">
      <dgm:prSet/>
      <dgm:spPr/>
      <dgm:t>
        <a:bodyPr/>
        <a:lstStyle/>
        <a:p>
          <a:endParaRPr lang="en-US"/>
        </a:p>
      </dgm:t>
    </dgm:pt>
    <dgm:pt modelId="{8B7CB2CE-30C6-4483-A743-E12F4E12D375}">
      <dgm:prSet/>
      <dgm:spPr/>
      <dgm:t>
        <a:bodyPr/>
        <a:lstStyle/>
        <a:p>
          <a:r>
            <a:rPr lang="en-IN"/>
            <a:t>Compare monthly sales trends. </a:t>
          </a:r>
          <a:endParaRPr lang="en-US"/>
        </a:p>
      </dgm:t>
    </dgm:pt>
    <dgm:pt modelId="{320556A3-35E8-4AD3-A0F9-2BAB010784A3}" type="parTrans" cxnId="{BB22B137-DC44-4536-B5AE-8FC1D74BC212}">
      <dgm:prSet/>
      <dgm:spPr/>
      <dgm:t>
        <a:bodyPr/>
        <a:lstStyle/>
        <a:p>
          <a:endParaRPr lang="en-US"/>
        </a:p>
      </dgm:t>
    </dgm:pt>
    <dgm:pt modelId="{25E7C91E-B9A3-46BA-AD67-C46FA23650FA}" type="sibTrans" cxnId="{BB22B137-DC44-4536-B5AE-8FC1D74BC212}">
      <dgm:prSet/>
      <dgm:spPr/>
      <dgm:t>
        <a:bodyPr/>
        <a:lstStyle/>
        <a:p>
          <a:endParaRPr lang="en-US"/>
        </a:p>
      </dgm:t>
    </dgm:pt>
    <dgm:pt modelId="{C2ABED7F-A5C2-4B64-B7BC-57216876CF05}">
      <dgm:prSet/>
      <dgm:spPr/>
      <dgm:t>
        <a:bodyPr/>
        <a:lstStyle/>
        <a:p>
          <a:r>
            <a:rPr lang="en-IN"/>
            <a:t>Build an interactive dashboard for business decision-making.</a:t>
          </a:r>
          <a:endParaRPr lang="en-US"/>
        </a:p>
      </dgm:t>
    </dgm:pt>
    <dgm:pt modelId="{ECA09476-8B81-450C-9F16-2F0B2309EB1D}" type="parTrans" cxnId="{61ABEF37-513E-4BB2-B6BC-9550632B4270}">
      <dgm:prSet/>
      <dgm:spPr/>
      <dgm:t>
        <a:bodyPr/>
        <a:lstStyle/>
        <a:p>
          <a:endParaRPr lang="en-US"/>
        </a:p>
      </dgm:t>
    </dgm:pt>
    <dgm:pt modelId="{4A007C0B-C8E6-4BBD-A624-A49575D48CAE}" type="sibTrans" cxnId="{61ABEF37-513E-4BB2-B6BC-9550632B4270}">
      <dgm:prSet/>
      <dgm:spPr/>
      <dgm:t>
        <a:bodyPr/>
        <a:lstStyle/>
        <a:p>
          <a:endParaRPr lang="en-US"/>
        </a:p>
      </dgm:t>
    </dgm:pt>
    <dgm:pt modelId="{A343CC00-64BF-42AC-B87E-1229216FF401}" type="pres">
      <dgm:prSet presAssocID="{F2AB9929-BFFF-4971-ABC3-50686A5A3CCF}" presName="root" presStyleCnt="0">
        <dgm:presLayoutVars>
          <dgm:dir/>
          <dgm:resizeHandles val="exact"/>
        </dgm:presLayoutVars>
      </dgm:prSet>
      <dgm:spPr/>
    </dgm:pt>
    <dgm:pt modelId="{2F90FB54-A2F3-47E2-AE73-A3BEE98D1E71}" type="pres">
      <dgm:prSet presAssocID="{875BFD69-59E7-4D17-93B0-A02E00899E48}" presName="compNode" presStyleCnt="0"/>
      <dgm:spPr/>
    </dgm:pt>
    <dgm:pt modelId="{3145C6A9-C105-4AA3-B4F8-52BC54CD5D08}" type="pres">
      <dgm:prSet presAssocID="{875BFD69-59E7-4D17-93B0-A02E00899E48}" presName="bgRect" presStyleLbl="bgShp" presStyleIdx="0" presStyleCnt="6"/>
      <dgm:spPr/>
    </dgm:pt>
    <dgm:pt modelId="{F8BF3A69-D450-4FD4-94FA-678F0D80BFE1}" type="pres">
      <dgm:prSet presAssocID="{875BFD69-59E7-4D17-93B0-A02E00899E48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ED03A580-77A0-4D10-8254-CD71DE1045A3}" type="pres">
      <dgm:prSet presAssocID="{875BFD69-59E7-4D17-93B0-A02E00899E48}" presName="spaceRect" presStyleCnt="0"/>
      <dgm:spPr/>
    </dgm:pt>
    <dgm:pt modelId="{9EBD91C6-82DD-458B-8040-D4E9C9EBBC87}" type="pres">
      <dgm:prSet presAssocID="{875BFD69-59E7-4D17-93B0-A02E00899E48}" presName="parTx" presStyleLbl="revTx" presStyleIdx="0" presStyleCnt="6">
        <dgm:presLayoutVars>
          <dgm:chMax val="0"/>
          <dgm:chPref val="0"/>
        </dgm:presLayoutVars>
      </dgm:prSet>
      <dgm:spPr/>
    </dgm:pt>
    <dgm:pt modelId="{A199A347-5040-41EB-A01C-E0DE8234BBC1}" type="pres">
      <dgm:prSet presAssocID="{94109F1A-9047-410D-97A3-21DADB31ECDE}" presName="sibTrans" presStyleCnt="0"/>
      <dgm:spPr/>
    </dgm:pt>
    <dgm:pt modelId="{BD39B853-7BB7-4DE7-BC40-54E2C888A8A2}" type="pres">
      <dgm:prSet presAssocID="{83B12879-B571-4087-901C-105224B060A8}" presName="compNode" presStyleCnt="0"/>
      <dgm:spPr/>
    </dgm:pt>
    <dgm:pt modelId="{8894740B-EEE8-4DB7-858C-FDC8F1C3F125}" type="pres">
      <dgm:prSet presAssocID="{83B12879-B571-4087-901C-105224B060A8}" presName="bgRect" presStyleLbl="bgShp" presStyleIdx="1" presStyleCnt="6"/>
      <dgm:spPr/>
    </dgm:pt>
    <dgm:pt modelId="{34D73979-43FA-4992-B563-C742541C3EAE}" type="pres">
      <dgm:prSet presAssocID="{83B12879-B571-4087-901C-105224B060A8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866B34F-7A65-44E8-B233-93A439C75480}" type="pres">
      <dgm:prSet presAssocID="{83B12879-B571-4087-901C-105224B060A8}" presName="spaceRect" presStyleCnt="0"/>
      <dgm:spPr/>
    </dgm:pt>
    <dgm:pt modelId="{9FD9A606-E173-4682-9D4A-36A01A100D9E}" type="pres">
      <dgm:prSet presAssocID="{83B12879-B571-4087-901C-105224B060A8}" presName="parTx" presStyleLbl="revTx" presStyleIdx="1" presStyleCnt="6">
        <dgm:presLayoutVars>
          <dgm:chMax val="0"/>
          <dgm:chPref val="0"/>
        </dgm:presLayoutVars>
      </dgm:prSet>
      <dgm:spPr/>
    </dgm:pt>
    <dgm:pt modelId="{1173D154-288C-45A5-965C-001CE019CAF4}" type="pres">
      <dgm:prSet presAssocID="{B172C4E8-31C8-4C07-981A-48B26E8B2411}" presName="sibTrans" presStyleCnt="0"/>
      <dgm:spPr/>
    </dgm:pt>
    <dgm:pt modelId="{527704DF-261B-477D-847B-359F78D6A701}" type="pres">
      <dgm:prSet presAssocID="{391E328A-1DB8-44FA-8988-7577CD47AE3F}" presName="compNode" presStyleCnt="0"/>
      <dgm:spPr/>
    </dgm:pt>
    <dgm:pt modelId="{7C3261AF-37D2-4E2E-8503-F263073E5A16}" type="pres">
      <dgm:prSet presAssocID="{391E328A-1DB8-44FA-8988-7577CD47AE3F}" presName="bgRect" presStyleLbl="bgShp" presStyleIdx="2" presStyleCnt="6"/>
      <dgm:spPr/>
    </dgm:pt>
    <dgm:pt modelId="{DCB42BA2-56F7-4756-BF69-7C110D0BBEAC}" type="pres">
      <dgm:prSet presAssocID="{391E328A-1DB8-44FA-8988-7577CD47AE3F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F096AB0E-27BD-4398-8B24-F2C863F50109}" type="pres">
      <dgm:prSet presAssocID="{391E328A-1DB8-44FA-8988-7577CD47AE3F}" presName="spaceRect" presStyleCnt="0"/>
      <dgm:spPr/>
    </dgm:pt>
    <dgm:pt modelId="{3B97F542-B20F-44D6-9BA1-D110C50ADAED}" type="pres">
      <dgm:prSet presAssocID="{391E328A-1DB8-44FA-8988-7577CD47AE3F}" presName="parTx" presStyleLbl="revTx" presStyleIdx="2" presStyleCnt="6">
        <dgm:presLayoutVars>
          <dgm:chMax val="0"/>
          <dgm:chPref val="0"/>
        </dgm:presLayoutVars>
      </dgm:prSet>
      <dgm:spPr/>
    </dgm:pt>
    <dgm:pt modelId="{927DF6C8-3861-4E81-A9B8-B4AED6A5126C}" type="pres">
      <dgm:prSet presAssocID="{A1EEA795-C65E-4D28-A1A1-0B3BB1C593F3}" presName="sibTrans" presStyleCnt="0"/>
      <dgm:spPr/>
    </dgm:pt>
    <dgm:pt modelId="{CC1A5E4B-46F6-4C93-B948-541486815426}" type="pres">
      <dgm:prSet presAssocID="{F975C8FB-DEF5-484E-A0FA-506E026A817C}" presName="compNode" presStyleCnt="0"/>
      <dgm:spPr/>
    </dgm:pt>
    <dgm:pt modelId="{AACC9C8F-9B52-49CE-8442-AE6844736E93}" type="pres">
      <dgm:prSet presAssocID="{F975C8FB-DEF5-484E-A0FA-506E026A817C}" presName="bgRect" presStyleLbl="bgShp" presStyleIdx="3" presStyleCnt="6"/>
      <dgm:spPr/>
    </dgm:pt>
    <dgm:pt modelId="{676FB6B6-ABFB-4773-A2B6-4370ED14422B}" type="pres">
      <dgm:prSet presAssocID="{F975C8FB-DEF5-484E-A0FA-506E026A817C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3694D7C4-8751-4CC3-83F4-A31C8004CDFC}" type="pres">
      <dgm:prSet presAssocID="{F975C8FB-DEF5-484E-A0FA-506E026A817C}" presName="spaceRect" presStyleCnt="0"/>
      <dgm:spPr/>
    </dgm:pt>
    <dgm:pt modelId="{A7F2FFF8-6970-4988-892B-8944872EF0A4}" type="pres">
      <dgm:prSet presAssocID="{F975C8FB-DEF5-484E-A0FA-506E026A817C}" presName="parTx" presStyleLbl="revTx" presStyleIdx="3" presStyleCnt="6">
        <dgm:presLayoutVars>
          <dgm:chMax val="0"/>
          <dgm:chPref val="0"/>
        </dgm:presLayoutVars>
      </dgm:prSet>
      <dgm:spPr/>
    </dgm:pt>
    <dgm:pt modelId="{1D6BD0C8-25D4-4BAF-887A-A4109B01A791}" type="pres">
      <dgm:prSet presAssocID="{72D7D5F2-11FD-44CC-A1A6-A97B06F82008}" presName="sibTrans" presStyleCnt="0"/>
      <dgm:spPr/>
    </dgm:pt>
    <dgm:pt modelId="{CB91029D-287F-4E30-A6AF-C0E8D3FE890F}" type="pres">
      <dgm:prSet presAssocID="{8B7CB2CE-30C6-4483-A743-E12F4E12D375}" presName="compNode" presStyleCnt="0"/>
      <dgm:spPr/>
    </dgm:pt>
    <dgm:pt modelId="{F98BE694-F47D-4F3C-84D4-7281BC98DF52}" type="pres">
      <dgm:prSet presAssocID="{8B7CB2CE-30C6-4483-A743-E12F4E12D375}" presName="bgRect" presStyleLbl="bgShp" presStyleIdx="4" presStyleCnt="6"/>
      <dgm:spPr/>
    </dgm:pt>
    <dgm:pt modelId="{20B970CC-E686-46E1-A6F9-42E5DD4960C0}" type="pres">
      <dgm:prSet presAssocID="{8B7CB2CE-30C6-4483-A743-E12F4E12D375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B45BAE0-9353-4112-A8D5-0A89A1415697}" type="pres">
      <dgm:prSet presAssocID="{8B7CB2CE-30C6-4483-A743-E12F4E12D375}" presName="spaceRect" presStyleCnt="0"/>
      <dgm:spPr/>
    </dgm:pt>
    <dgm:pt modelId="{EF88828A-AFB6-46B3-8871-6AC7E5025E79}" type="pres">
      <dgm:prSet presAssocID="{8B7CB2CE-30C6-4483-A743-E12F4E12D375}" presName="parTx" presStyleLbl="revTx" presStyleIdx="4" presStyleCnt="6">
        <dgm:presLayoutVars>
          <dgm:chMax val="0"/>
          <dgm:chPref val="0"/>
        </dgm:presLayoutVars>
      </dgm:prSet>
      <dgm:spPr/>
    </dgm:pt>
    <dgm:pt modelId="{6871B52E-B94E-432F-899B-036402B20F50}" type="pres">
      <dgm:prSet presAssocID="{25E7C91E-B9A3-46BA-AD67-C46FA23650FA}" presName="sibTrans" presStyleCnt="0"/>
      <dgm:spPr/>
    </dgm:pt>
    <dgm:pt modelId="{9395FA8E-BBFE-49D7-8895-620CC83F9B1B}" type="pres">
      <dgm:prSet presAssocID="{C2ABED7F-A5C2-4B64-B7BC-57216876CF05}" presName="compNode" presStyleCnt="0"/>
      <dgm:spPr/>
    </dgm:pt>
    <dgm:pt modelId="{C894F95A-8973-4C27-A30B-D41E91CDB45B}" type="pres">
      <dgm:prSet presAssocID="{C2ABED7F-A5C2-4B64-B7BC-57216876CF05}" presName="bgRect" presStyleLbl="bgShp" presStyleIdx="5" presStyleCnt="6"/>
      <dgm:spPr/>
    </dgm:pt>
    <dgm:pt modelId="{8B8BE7B1-B7AA-4E08-8B42-E638E33F7717}" type="pres">
      <dgm:prSet presAssocID="{C2ABED7F-A5C2-4B64-B7BC-57216876CF0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AB86AB3-81A7-4AA6-8955-72C05AA60E0A}" type="pres">
      <dgm:prSet presAssocID="{C2ABED7F-A5C2-4B64-B7BC-57216876CF05}" presName="spaceRect" presStyleCnt="0"/>
      <dgm:spPr/>
    </dgm:pt>
    <dgm:pt modelId="{C3FD5A73-CDD7-4621-8CBB-532A69C82606}" type="pres">
      <dgm:prSet presAssocID="{C2ABED7F-A5C2-4B64-B7BC-57216876CF0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C6F1E21-63E3-48C3-BB7C-E066D1AAB75E}" srcId="{F2AB9929-BFFF-4971-ABC3-50686A5A3CCF}" destId="{F975C8FB-DEF5-484E-A0FA-506E026A817C}" srcOrd="3" destOrd="0" parTransId="{CE285110-1859-4ACC-912E-745BF747083E}" sibTransId="{72D7D5F2-11FD-44CC-A1A6-A97B06F82008}"/>
    <dgm:cxn modelId="{C2CB9125-F393-4644-A6CF-5E0FB189298D}" type="presOf" srcId="{83B12879-B571-4087-901C-105224B060A8}" destId="{9FD9A606-E173-4682-9D4A-36A01A100D9E}" srcOrd="0" destOrd="0" presId="urn:microsoft.com/office/officeart/2018/2/layout/IconVerticalSolidList"/>
    <dgm:cxn modelId="{F8B9BC29-1029-46ED-9B18-EB87A7CF765B}" srcId="{F2AB9929-BFFF-4971-ABC3-50686A5A3CCF}" destId="{391E328A-1DB8-44FA-8988-7577CD47AE3F}" srcOrd="2" destOrd="0" parTransId="{B3D041EC-DA02-4AAD-A313-E10FE8E31027}" sibTransId="{A1EEA795-C65E-4D28-A1A1-0B3BB1C593F3}"/>
    <dgm:cxn modelId="{BB22B137-DC44-4536-B5AE-8FC1D74BC212}" srcId="{F2AB9929-BFFF-4971-ABC3-50686A5A3CCF}" destId="{8B7CB2CE-30C6-4483-A743-E12F4E12D375}" srcOrd="4" destOrd="0" parTransId="{320556A3-35E8-4AD3-A0F9-2BAB010784A3}" sibTransId="{25E7C91E-B9A3-46BA-AD67-C46FA23650FA}"/>
    <dgm:cxn modelId="{61ABEF37-513E-4BB2-B6BC-9550632B4270}" srcId="{F2AB9929-BFFF-4971-ABC3-50686A5A3CCF}" destId="{C2ABED7F-A5C2-4B64-B7BC-57216876CF05}" srcOrd="5" destOrd="0" parTransId="{ECA09476-8B81-450C-9F16-2F0B2309EB1D}" sibTransId="{4A007C0B-C8E6-4BBD-A624-A49575D48CAE}"/>
    <dgm:cxn modelId="{38B5C748-2454-47DB-8488-710C9D42AD74}" type="presOf" srcId="{8B7CB2CE-30C6-4483-A743-E12F4E12D375}" destId="{EF88828A-AFB6-46B3-8871-6AC7E5025E79}" srcOrd="0" destOrd="0" presId="urn:microsoft.com/office/officeart/2018/2/layout/IconVerticalSolidList"/>
    <dgm:cxn modelId="{A08C3178-C700-4274-BB58-8E9C7C11AA7A}" type="presOf" srcId="{875BFD69-59E7-4D17-93B0-A02E00899E48}" destId="{9EBD91C6-82DD-458B-8040-D4E9C9EBBC87}" srcOrd="0" destOrd="0" presId="urn:microsoft.com/office/officeart/2018/2/layout/IconVerticalSolidList"/>
    <dgm:cxn modelId="{1773159F-CFCB-4FB4-8E65-7EE80E9D1202}" type="presOf" srcId="{F2AB9929-BFFF-4971-ABC3-50686A5A3CCF}" destId="{A343CC00-64BF-42AC-B87E-1229216FF401}" srcOrd="0" destOrd="0" presId="urn:microsoft.com/office/officeart/2018/2/layout/IconVerticalSolidList"/>
    <dgm:cxn modelId="{A9BA9AAE-BEE4-41A4-8D08-F2E8F05D71E5}" type="presOf" srcId="{C2ABED7F-A5C2-4B64-B7BC-57216876CF05}" destId="{C3FD5A73-CDD7-4621-8CBB-532A69C82606}" srcOrd="0" destOrd="0" presId="urn:microsoft.com/office/officeart/2018/2/layout/IconVerticalSolidList"/>
    <dgm:cxn modelId="{6C2081BB-3116-4C39-9D09-3A4D148A1A90}" srcId="{F2AB9929-BFFF-4971-ABC3-50686A5A3CCF}" destId="{875BFD69-59E7-4D17-93B0-A02E00899E48}" srcOrd="0" destOrd="0" parTransId="{23334ED6-A809-4B75-ACE5-56CFCCB893FD}" sibTransId="{94109F1A-9047-410D-97A3-21DADB31ECDE}"/>
    <dgm:cxn modelId="{B2455FBF-0288-4BB7-93C2-78AEA9A3AB85}" type="presOf" srcId="{F975C8FB-DEF5-484E-A0FA-506E026A817C}" destId="{A7F2FFF8-6970-4988-892B-8944872EF0A4}" srcOrd="0" destOrd="0" presId="urn:microsoft.com/office/officeart/2018/2/layout/IconVerticalSolidList"/>
    <dgm:cxn modelId="{4465F5CB-9912-441D-8D1D-83241079E410}" srcId="{F2AB9929-BFFF-4971-ABC3-50686A5A3CCF}" destId="{83B12879-B571-4087-901C-105224B060A8}" srcOrd="1" destOrd="0" parTransId="{DF9B3A40-5F8B-4480-9468-9EBEA31531DC}" sibTransId="{B172C4E8-31C8-4C07-981A-48B26E8B2411}"/>
    <dgm:cxn modelId="{107FCEE7-4C5B-44E3-8FE5-B0DD52AA9083}" type="presOf" srcId="{391E328A-1DB8-44FA-8988-7577CD47AE3F}" destId="{3B97F542-B20F-44D6-9BA1-D110C50ADAED}" srcOrd="0" destOrd="0" presId="urn:microsoft.com/office/officeart/2018/2/layout/IconVerticalSolidList"/>
    <dgm:cxn modelId="{E3EE8401-B56F-4A95-82A9-C6A5D24AD207}" type="presParOf" srcId="{A343CC00-64BF-42AC-B87E-1229216FF401}" destId="{2F90FB54-A2F3-47E2-AE73-A3BEE98D1E71}" srcOrd="0" destOrd="0" presId="urn:microsoft.com/office/officeart/2018/2/layout/IconVerticalSolidList"/>
    <dgm:cxn modelId="{72E29A04-3129-4436-9811-5C28EDEFF066}" type="presParOf" srcId="{2F90FB54-A2F3-47E2-AE73-A3BEE98D1E71}" destId="{3145C6A9-C105-4AA3-B4F8-52BC54CD5D08}" srcOrd="0" destOrd="0" presId="urn:microsoft.com/office/officeart/2018/2/layout/IconVerticalSolidList"/>
    <dgm:cxn modelId="{BAD42410-46AD-4258-BA64-3DED260CC191}" type="presParOf" srcId="{2F90FB54-A2F3-47E2-AE73-A3BEE98D1E71}" destId="{F8BF3A69-D450-4FD4-94FA-678F0D80BFE1}" srcOrd="1" destOrd="0" presId="urn:microsoft.com/office/officeart/2018/2/layout/IconVerticalSolidList"/>
    <dgm:cxn modelId="{444F8161-DBA5-4C8B-BE76-9EE3AB33E49C}" type="presParOf" srcId="{2F90FB54-A2F3-47E2-AE73-A3BEE98D1E71}" destId="{ED03A580-77A0-4D10-8254-CD71DE1045A3}" srcOrd="2" destOrd="0" presId="urn:microsoft.com/office/officeart/2018/2/layout/IconVerticalSolidList"/>
    <dgm:cxn modelId="{DD7D1E66-910A-4178-82CD-3E0F24A96957}" type="presParOf" srcId="{2F90FB54-A2F3-47E2-AE73-A3BEE98D1E71}" destId="{9EBD91C6-82DD-458B-8040-D4E9C9EBBC87}" srcOrd="3" destOrd="0" presId="urn:microsoft.com/office/officeart/2018/2/layout/IconVerticalSolidList"/>
    <dgm:cxn modelId="{9A13E136-21A6-45F0-AC45-CA66471830A4}" type="presParOf" srcId="{A343CC00-64BF-42AC-B87E-1229216FF401}" destId="{A199A347-5040-41EB-A01C-E0DE8234BBC1}" srcOrd="1" destOrd="0" presId="urn:microsoft.com/office/officeart/2018/2/layout/IconVerticalSolidList"/>
    <dgm:cxn modelId="{B7DBF9EE-4A73-4BF3-AF7E-A55626824E3B}" type="presParOf" srcId="{A343CC00-64BF-42AC-B87E-1229216FF401}" destId="{BD39B853-7BB7-4DE7-BC40-54E2C888A8A2}" srcOrd="2" destOrd="0" presId="urn:microsoft.com/office/officeart/2018/2/layout/IconVerticalSolidList"/>
    <dgm:cxn modelId="{57D2B688-1B97-471E-853F-7D7D86F86889}" type="presParOf" srcId="{BD39B853-7BB7-4DE7-BC40-54E2C888A8A2}" destId="{8894740B-EEE8-4DB7-858C-FDC8F1C3F125}" srcOrd="0" destOrd="0" presId="urn:microsoft.com/office/officeart/2018/2/layout/IconVerticalSolidList"/>
    <dgm:cxn modelId="{86FD66A0-C703-486D-BF43-CCE6276FF06E}" type="presParOf" srcId="{BD39B853-7BB7-4DE7-BC40-54E2C888A8A2}" destId="{34D73979-43FA-4992-B563-C742541C3EAE}" srcOrd="1" destOrd="0" presId="urn:microsoft.com/office/officeart/2018/2/layout/IconVerticalSolidList"/>
    <dgm:cxn modelId="{A423DFED-673D-40E0-8F53-C233CF131198}" type="presParOf" srcId="{BD39B853-7BB7-4DE7-BC40-54E2C888A8A2}" destId="{6866B34F-7A65-44E8-B233-93A439C75480}" srcOrd="2" destOrd="0" presId="urn:microsoft.com/office/officeart/2018/2/layout/IconVerticalSolidList"/>
    <dgm:cxn modelId="{515D244B-A390-446F-853A-A5EEDEB17661}" type="presParOf" srcId="{BD39B853-7BB7-4DE7-BC40-54E2C888A8A2}" destId="{9FD9A606-E173-4682-9D4A-36A01A100D9E}" srcOrd="3" destOrd="0" presId="urn:microsoft.com/office/officeart/2018/2/layout/IconVerticalSolidList"/>
    <dgm:cxn modelId="{A8BA87F6-656F-4A59-8166-48C5D998EF87}" type="presParOf" srcId="{A343CC00-64BF-42AC-B87E-1229216FF401}" destId="{1173D154-288C-45A5-965C-001CE019CAF4}" srcOrd="3" destOrd="0" presId="urn:microsoft.com/office/officeart/2018/2/layout/IconVerticalSolidList"/>
    <dgm:cxn modelId="{9F25AFA1-30D7-4D79-B1AA-9739CD0325A7}" type="presParOf" srcId="{A343CC00-64BF-42AC-B87E-1229216FF401}" destId="{527704DF-261B-477D-847B-359F78D6A701}" srcOrd="4" destOrd="0" presId="urn:microsoft.com/office/officeart/2018/2/layout/IconVerticalSolidList"/>
    <dgm:cxn modelId="{DC0E3F6F-9180-44E3-A1D8-F2F07F70BE06}" type="presParOf" srcId="{527704DF-261B-477D-847B-359F78D6A701}" destId="{7C3261AF-37D2-4E2E-8503-F263073E5A16}" srcOrd="0" destOrd="0" presId="urn:microsoft.com/office/officeart/2018/2/layout/IconVerticalSolidList"/>
    <dgm:cxn modelId="{A502E874-17DB-4DB8-8536-6F3DED3EF3CE}" type="presParOf" srcId="{527704DF-261B-477D-847B-359F78D6A701}" destId="{DCB42BA2-56F7-4756-BF69-7C110D0BBEAC}" srcOrd="1" destOrd="0" presId="urn:microsoft.com/office/officeart/2018/2/layout/IconVerticalSolidList"/>
    <dgm:cxn modelId="{D34C3410-0879-42AE-ACAE-749197D73C7F}" type="presParOf" srcId="{527704DF-261B-477D-847B-359F78D6A701}" destId="{F096AB0E-27BD-4398-8B24-F2C863F50109}" srcOrd="2" destOrd="0" presId="urn:microsoft.com/office/officeart/2018/2/layout/IconVerticalSolidList"/>
    <dgm:cxn modelId="{26E48656-813C-431D-B4A7-4BDEFFF9186D}" type="presParOf" srcId="{527704DF-261B-477D-847B-359F78D6A701}" destId="{3B97F542-B20F-44D6-9BA1-D110C50ADAED}" srcOrd="3" destOrd="0" presId="urn:microsoft.com/office/officeart/2018/2/layout/IconVerticalSolidList"/>
    <dgm:cxn modelId="{7374681B-3D4B-45E3-BBBE-3B90EAC1B07C}" type="presParOf" srcId="{A343CC00-64BF-42AC-B87E-1229216FF401}" destId="{927DF6C8-3861-4E81-A9B8-B4AED6A5126C}" srcOrd="5" destOrd="0" presId="urn:microsoft.com/office/officeart/2018/2/layout/IconVerticalSolidList"/>
    <dgm:cxn modelId="{3653032B-A28D-4D1B-90B4-4CAE89359AD8}" type="presParOf" srcId="{A343CC00-64BF-42AC-B87E-1229216FF401}" destId="{CC1A5E4B-46F6-4C93-B948-541486815426}" srcOrd="6" destOrd="0" presId="urn:microsoft.com/office/officeart/2018/2/layout/IconVerticalSolidList"/>
    <dgm:cxn modelId="{4A81C8AD-08F8-4BE6-A23C-151B77D91DB8}" type="presParOf" srcId="{CC1A5E4B-46F6-4C93-B948-541486815426}" destId="{AACC9C8F-9B52-49CE-8442-AE6844736E93}" srcOrd="0" destOrd="0" presId="urn:microsoft.com/office/officeart/2018/2/layout/IconVerticalSolidList"/>
    <dgm:cxn modelId="{126C4FE5-2F9D-4344-AC3F-EC8830CB684B}" type="presParOf" srcId="{CC1A5E4B-46F6-4C93-B948-541486815426}" destId="{676FB6B6-ABFB-4773-A2B6-4370ED14422B}" srcOrd="1" destOrd="0" presId="urn:microsoft.com/office/officeart/2018/2/layout/IconVerticalSolidList"/>
    <dgm:cxn modelId="{9BC99536-9BC9-4660-919E-E831E470BCEC}" type="presParOf" srcId="{CC1A5E4B-46F6-4C93-B948-541486815426}" destId="{3694D7C4-8751-4CC3-83F4-A31C8004CDFC}" srcOrd="2" destOrd="0" presId="urn:microsoft.com/office/officeart/2018/2/layout/IconVerticalSolidList"/>
    <dgm:cxn modelId="{87A82759-5C41-42B5-BE70-A7FDDFA887B8}" type="presParOf" srcId="{CC1A5E4B-46F6-4C93-B948-541486815426}" destId="{A7F2FFF8-6970-4988-892B-8944872EF0A4}" srcOrd="3" destOrd="0" presId="urn:microsoft.com/office/officeart/2018/2/layout/IconVerticalSolidList"/>
    <dgm:cxn modelId="{B2DA65AF-5526-409B-8819-B3489042B731}" type="presParOf" srcId="{A343CC00-64BF-42AC-B87E-1229216FF401}" destId="{1D6BD0C8-25D4-4BAF-887A-A4109B01A791}" srcOrd="7" destOrd="0" presId="urn:microsoft.com/office/officeart/2018/2/layout/IconVerticalSolidList"/>
    <dgm:cxn modelId="{0950615F-CBC3-47E2-8B95-07A2979B9296}" type="presParOf" srcId="{A343CC00-64BF-42AC-B87E-1229216FF401}" destId="{CB91029D-287F-4E30-A6AF-C0E8D3FE890F}" srcOrd="8" destOrd="0" presId="urn:microsoft.com/office/officeart/2018/2/layout/IconVerticalSolidList"/>
    <dgm:cxn modelId="{D5C40256-E95F-4B52-9730-0CDD5097A50D}" type="presParOf" srcId="{CB91029D-287F-4E30-A6AF-C0E8D3FE890F}" destId="{F98BE694-F47D-4F3C-84D4-7281BC98DF52}" srcOrd="0" destOrd="0" presId="urn:microsoft.com/office/officeart/2018/2/layout/IconVerticalSolidList"/>
    <dgm:cxn modelId="{221E639A-0A3E-4D42-B840-A7B0DF063529}" type="presParOf" srcId="{CB91029D-287F-4E30-A6AF-C0E8D3FE890F}" destId="{20B970CC-E686-46E1-A6F9-42E5DD4960C0}" srcOrd="1" destOrd="0" presId="urn:microsoft.com/office/officeart/2018/2/layout/IconVerticalSolidList"/>
    <dgm:cxn modelId="{81C6A2DD-FBCC-45EF-8572-9A4D4EDFAE67}" type="presParOf" srcId="{CB91029D-287F-4E30-A6AF-C0E8D3FE890F}" destId="{2B45BAE0-9353-4112-A8D5-0A89A1415697}" srcOrd="2" destOrd="0" presId="urn:microsoft.com/office/officeart/2018/2/layout/IconVerticalSolidList"/>
    <dgm:cxn modelId="{857D24C3-7F46-4AE0-95E7-EBDCC1E686C1}" type="presParOf" srcId="{CB91029D-287F-4E30-A6AF-C0E8D3FE890F}" destId="{EF88828A-AFB6-46B3-8871-6AC7E5025E79}" srcOrd="3" destOrd="0" presId="urn:microsoft.com/office/officeart/2018/2/layout/IconVerticalSolidList"/>
    <dgm:cxn modelId="{15EB0552-D07B-4149-8037-E4466BBD4CF9}" type="presParOf" srcId="{A343CC00-64BF-42AC-B87E-1229216FF401}" destId="{6871B52E-B94E-432F-899B-036402B20F50}" srcOrd="9" destOrd="0" presId="urn:microsoft.com/office/officeart/2018/2/layout/IconVerticalSolidList"/>
    <dgm:cxn modelId="{08F94926-CB0D-425D-93F1-468EC54F5AAE}" type="presParOf" srcId="{A343CC00-64BF-42AC-B87E-1229216FF401}" destId="{9395FA8E-BBFE-49D7-8895-620CC83F9B1B}" srcOrd="10" destOrd="0" presId="urn:microsoft.com/office/officeart/2018/2/layout/IconVerticalSolidList"/>
    <dgm:cxn modelId="{8C1CEB4B-3AE6-415C-9667-7C47FCD888EA}" type="presParOf" srcId="{9395FA8E-BBFE-49D7-8895-620CC83F9B1B}" destId="{C894F95A-8973-4C27-A30B-D41E91CDB45B}" srcOrd="0" destOrd="0" presId="urn:microsoft.com/office/officeart/2018/2/layout/IconVerticalSolidList"/>
    <dgm:cxn modelId="{C56B4712-8DD1-4CDA-8F1D-8BBE95389534}" type="presParOf" srcId="{9395FA8E-BBFE-49D7-8895-620CC83F9B1B}" destId="{8B8BE7B1-B7AA-4E08-8B42-E638E33F7717}" srcOrd="1" destOrd="0" presId="urn:microsoft.com/office/officeart/2018/2/layout/IconVerticalSolidList"/>
    <dgm:cxn modelId="{BB813CE8-7B30-465A-95F3-A01FE87D8118}" type="presParOf" srcId="{9395FA8E-BBFE-49D7-8895-620CC83F9B1B}" destId="{8AB86AB3-81A7-4AA6-8955-72C05AA60E0A}" srcOrd="2" destOrd="0" presId="urn:microsoft.com/office/officeart/2018/2/layout/IconVerticalSolidList"/>
    <dgm:cxn modelId="{DFB2F7D1-142C-4C02-8734-DDE626C61C7A}" type="presParOf" srcId="{9395FA8E-BBFE-49D7-8895-620CC83F9B1B}" destId="{C3FD5A73-CDD7-4621-8CBB-532A69C826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DD579B-BCC1-4355-8E84-B3D6A1568C4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5AF1E53-A3AC-41AF-9BD1-1719A83DA96D}">
      <dgm:prSet/>
      <dgm:spPr/>
      <dgm:t>
        <a:bodyPr/>
        <a:lstStyle/>
        <a:p>
          <a:r>
            <a:rPr lang="en-IN" b="1"/>
            <a:t>Dataset Information</a:t>
          </a:r>
          <a:endParaRPr lang="en-US"/>
        </a:p>
      </dgm:t>
    </dgm:pt>
    <dgm:pt modelId="{B1D4AE39-2D31-4D4A-8E99-B11D714A0C9A}" type="parTrans" cxnId="{116C6DA5-F9DD-4BD3-8D31-8170159244BC}">
      <dgm:prSet/>
      <dgm:spPr/>
      <dgm:t>
        <a:bodyPr/>
        <a:lstStyle/>
        <a:p>
          <a:endParaRPr lang="en-US"/>
        </a:p>
      </dgm:t>
    </dgm:pt>
    <dgm:pt modelId="{D3F0459E-6147-474D-8F0D-BB87EA44F532}" type="sibTrans" cxnId="{116C6DA5-F9DD-4BD3-8D31-8170159244BC}">
      <dgm:prSet/>
      <dgm:spPr/>
      <dgm:t>
        <a:bodyPr/>
        <a:lstStyle/>
        <a:p>
          <a:endParaRPr lang="en-US"/>
        </a:p>
      </dgm:t>
    </dgm:pt>
    <dgm:pt modelId="{BCB6ECA9-F731-4C70-AE7C-29D64AC379B3}">
      <dgm:prSet/>
      <dgm:spPr/>
      <dgm:t>
        <a:bodyPr/>
        <a:lstStyle/>
        <a:p>
          <a:r>
            <a:rPr lang="en-IN"/>
            <a:t>1,000 Customers </a:t>
          </a:r>
          <a:endParaRPr lang="en-US"/>
        </a:p>
      </dgm:t>
    </dgm:pt>
    <dgm:pt modelId="{F46A95DF-1A38-4B98-8E0C-C2E0981F907A}" type="parTrans" cxnId="{40B4341B-044B-434A-AFF7-2F0217ABC3DF}">
      <dgm:prSet/>
      <dgm:spPr/>
      <dgm:t>
        <a:bodyPr/>
        <a:lstStyle/>
        <a:p>
          <a:endParaRPr lang="en-US"/>
        </a:p>
      </dgm:t>
    </dgm:pt>
    <dgm:pt modelId="{D1528C1C-B1B3-4BAD-83C3-E98E1069D20D}" type="sibTrans" cxnId="{40B4341B-044B-434A-AFF7-2F0217ABC3DF}">
      <dgm:prSet/>
      <dgm:spPr/>
      <dgm:t>
        <a:bodyPr/>
        <a:lstStyle/>
        <a:p>
          <a:endParaRPr lang="en-US"/>
        </a:p>
      </dgm:t>
    </dgm:pt>
    <dgm:pt modelId="{5C6D4459-94EF-4C9D-BA67-661D7FC3332D}">
      <dgm:prSet/>
      <dgm:spPr/>
      <dgm:t>
        <a:bodyPr/>
        <a:lstStyle/>
        <a:p>
          <a:r>
            <a:rPr lang="en-IN"/>
            <a:t>Transaction Data </a:t>
          </a:r>
          <a:endParaRPr lang="en-US"/>
        </a:p>
      </dgm:t>
    </dgm:pt>
    <dgm:pt modelId="{3655260D-CDB7-49C1-9987-4251C6653F49}" type="parTrans" cxnId="{57F6B007-4640-4758-8F2C-6C566977775F}">
      <dgm:prSet/>
      <dgm:spPr/>
      <dgm:t>
        <a:bodyPr/>
        <a:lstStyle/>
        <a:p>
          <a:endParaRPr lang="en-US"/>
        </a:p>
      </dgm:t>
    </dgm:pt>
    <dgm:pt modelId="{BF7D313B-5039-4818-8F92-022EF0DDBA73}" type="sibTrans" cxnId="{57F6B007-4640-4758-8F2C-6C566977775F}">
      <dgm:prSet/>
      <dgm:spPr/>
      <dgm:t>
        <a:bodyPr/>
        <a:lstStyle/>
        <a:p>
          <a:endParaRPr lang="en-US"/>
        </a:p>
      </dgm:t>
    </dgm:pt>
    <dgm:pt modelId="{06F51E11-3693-4E0E-8418-FAF7A78D554B}">
      <dgm:prSet/>
      <dgm:spPr/>
      <dgm:t>
        <a:bodyPr/>
        <a:lstStyle/>
        <a:p>
          <a:r>
            <a:rPr lang="en-IN"/>
            <a:t>Product Categories </a:t>
          </a:r>
          <a:endParaRPr lang="en-US"/>
        </a:p>
      </dgm:t>
    </dgm:pt>
    <dgm:pt modelId="{C66C8BD3-E4DC-47DB-90DB-DE15683A4D71}" type="parTrans" cxnId="{6EFB5DE7-BBE4-4530-8743-CA21A57015FA}">
      <dgm:prSet/>
      <dgm:spPr/>
      <dgm:t>
        <a:bodyPr/>
        <a:lstStyle/>
        <a:p>
          <a:endParaRPr lang="en-US"/>
        </a:p>
      </dgm:t>
    </dgm:pt>
    <dgm:pt modelId="{C40DA5F8-DB3F-44EB-8087-D196DA68D376}" type="sibTrans" cxnId="{6EFB5DE7-BBE4-4530-8743-CA21A57015FA}">
      <dgm:prSet/>
      <dgm:spPr/>
      <dgm:t>
        <a:bodyPr/>
        <a:lstStyle/>
        <a:p>
          <a:endParaRPr lang="en-US"/>
        </a:p>
      </dgm:t>
    </dgm:pt>
    <dgm:pt modelId="{5DB48839-02FE-420B-8C42-D7426DC1C8EF}">
      <dgm:prSet/>
      <dgm:spPr/>
      <dgm:t>
        <a:bodyPr/>
        <a:lstStyle/>
        <a:p>
          <a:r>
            <a:rPr lang="en-IN"/>
            <a:t>Age Groups </a:t>
          </a:r>
          <a:endParaRPr lang="en-US"/>
        </a:p>
      </dgm:t>
    </dgm:pt>
    <dgm:pt modelId="{3030BCC9-4017-443D-938F-6273DA4D7E8F}" type="parTrans" cxnId="{50082211-4E13-4888-8F08-3E787EC49B51}">
      <dgm:prSet/>
      <dgm:spPr/>
      <dgm:t>
        <a:bodyPr/>
        <a:lstStyle/>
        <a:p>
          <a:endParaRPr lang="en-US"/>
        </a:p>
      </dgm:t>
    </dgm:pt>
    <dgm:pt modelId="{0F3B8504-F098-415E-815E-2F0C60D9AA41}" type="sibTrans" cxnId="{50082211-4E13-4888-8F08-3E787EC49B51}">
      <dgm:prSet/>
      <dgm:spPr/>
      <dgm:t>
        <a:bodyPr/>
        <a:lstStyle/>
        <a:p>
          <a:endParaRPr lang="en-US"/>
        </a:p>
      </dgm:t>
    </dgm:pt>
    <dgm:pt modelId="{0B22B37D-DC05-4B04-BEDC-972165C020B7}">
      <dgm:prSet/>
      <dgm:spPr/>
      <dgm:t>
        <a:bodyPr/>
        <a:lstStyle/>
        <a:p>
          <a:r>
            <a:rPr lang="en-IN"/>
            <a:t>Gender </a:t>
          </a:r>
          <a:endParaRPr lang="en-US"/>
        </a:p>
      </dgm:t>
    </dgm:pt>
    <dgm:pt modelId="{DEA49423-BB2B-47F4-B597-CFC579459A70}" type="parTrans" cxnId="{066333A2-A316-4FBE-B461-BD63CB3E6998}">
      <dgm:prSet/>
      <dgm:spPr/>
      <dgm:t>
        <a:bodyPr/>
        <a:lstStyle/>
        <a:p>
          <a:endParaRPr lang="en-US"/>
        </a:p>
      </dgm:t>
    </dgm:pt>
    <dgm:pt modelId="{670681A1-0F5D-40F6-AD07-D5B905823115}" type="sibTrans" cxnId="{066333A2-A316-4FBE-B461-BD63CB3E6998}">
      <dgm:prSet/>
      <dgm:spPr/>
      <dgm:t>
        <a:bodyPr/>
        <a:lstStyle/>
        <a:p>
          <a:endParaRPr lang="en-US"/>
        </a:p>
      </dgm:t>
    </dgm:pt>
    <dgm:pt modelId="{6C3AED2A-1F53-4424-959C-F2E9F9399596}">
      <dgm:prSet/>
      <dgm:spPr/>
      <dgm:t>
        <a:bodyPr/>
        <a:lstStyle/>
        <a:p>
          <a:r>
            <a:rPr lang="en-IN"/>
            <a:t>Monthly Sales </a:t>
          </a:r>
          <a:endParaRPr lang="en-US"/>
        </a:p>
      </dgm:t>
    </dgm:pt>
    <dgm:pt modelId="{ABE857DF-70B6-47CB-BBC1-D7F11C95BDD9}" type="parTrans" cxnId="{551220B4-4BF3-4EC2-B380-C11D4C44E006}">
      <dgm:prSet/>
      <dgm:spPr/>
      <dgm:t>
        <a:bodyPr/>
        <a:lstStyle/>
        <a:p>
          <a:endParaRPr lang="en-US"/>
        </a:p>
      </dgm:t>
    </dgm:pt>
    <dgm:pt modelId="{BD631697-F4D4-4F7E-AF21-BFD58334F486}" type="sibTrans" cxnId="{551220B4-4BF3-4EC2-B380-C11D4C44E006}">
      <dgm:prSet/>
      <dgm:spPr/>
      <dgm:t>
        <a:bodyPr/>
        <a:lstStyle/>
        <a:p>
          <a:endParaRPr lang="en-US"/>
        </a:p>
      </dgm:t>
    </dgm:pt>
    <dgm:pt modelId="{3F1A5BB2-31D4-4B01-9928-AD2C86ED2B20}">
      <dgm:prSet/>
      <dgm:spPr/>
      <dgm:t>
        <a:bodyPr/>
        <a:lstStyle/>
        <a:p>
          <a:r>
            <a:rPr lang="en-IN"/>
            <a:t>Quantity Sold </a:t>
          </a:r>
          <a:endParaRPr lang="en-US"/>
        </a:p>
      </dgm:t>
    </dgm:pt>
    <dgm:pt modelId="{F3F3FC90-A4B3-4ADE-A340-12721D12A868}" type="parTrans" cxnId="{117DEA4E-50B6-45DC-B6A5-15833AB4A84A}">
      <dgm:prSet/>
      <dgm:spPr/>
      <dgm:t>
        <a:bodyPr/>
        <a:lstStyle/>
        <a:p>
          <a:endParaRPr lang="en-US"/>
        </a:p>
      </dgm:t>
    </dgm:pt>
    <dgm:pt modelId="{AA684418-531F-4BE4-B743-482D0BB4CE53}" type="sibTrans" cxnId="{117DEA4E-50B6-45DC-B6A5-15833AB4A84A}">
      <dgm:prSet/>
      <dgm:spPr/>
      <dgm:t>
        <a:bodyPr/>
        <a:lstStyle/>
        <a:p>
          <a:endParaRPr lang="en-US"/>
        </a:p>
      </dgm:t>
    </dgm:pt>
    <dgm:pt modelId="{4B6E7446-67A9-4CDD-9D52-F39EFB1704E0}">
      <dgm:prSet/>
      <dgm:spPr/>
      <dgm:t>
        <a:bodyPr/>
        <a:lstStyle/>
        <a:p>
          <a:r>
            <a:rPr lang="en-IN"/>
            <a:t>Price per Unit </a:t>
          </a:r>
          <a:endParaRPr lang="en-US"/>
        </a:p>
      </dgm:t>
    </dgm:pt>
    <dgm:pt modelId="{B38C06E9-1770-4444-8B5D-3DD5C2BCA579}" type="parTrans" cxnId="{0DA107B6-7137-449F-A248-8832B9EC15F3}">
      <dgm:prSet/>
      <dgm:spPr/>
      <dgm:t>
        <a:bodyPr/>
        <a:lstStyle/>
        <a:p>
          <a:endParaRPr lang="en-US"/>
        </a:p>
      </dgm:t>
    </dgm:pt>
    <dgm:pt modelId="{0E9F2066-9EB2-4618-BAA9-C57780EFB6E0}" type="sibTrans" cxnId="{0DA107B6-7137-449F-A248-8832B9EC15F3}">
      <dgm:prSet/>
      <dgm:spPr/>
      <dgm:t>
        <a:bodyPr/>
        <a:lstStyle/>
        <a:p>
          <a:endParaRPr lang="en-US"/>
        </a:p>
      </dgm:t>
    </dgm:pt>
    <dgm:pt modelId="{73EC5868-F7D8-4502-9604-A4AD3496B7B1}">
      <dgm:prSet/>
      <dgm:spPr/>
      <dgm:t>
        <a:bodyPr/>
        <a:lstStyle/>
        <a:p>
          <a:r>
            <a:rPr lang="en-IN"/>
            <a:t>Total Amount </a:t>
          </a:r>
          <a:endParaRPr lang="en-US"/>
        </a:p>
      </dgm:t>
    </dgm:pt>
    <dgm:pt modelId="{41069947-B2BE-4661-B5A4-2E83587C2496}" type="parTrans" cxnId="{410158A1-198B-4035-AE7E-D6C11D54CFDA}">
      <dgm:prSet/>
      <dgm:spPr/>
      <dgm:t>
        <a:bodyPr/>
        <a:lstStyle/>
        <a:p>
          <a:endParaRPr lang="en-US"/>
        </a:p>
      </dgm:t>
    </dgm:pt>
    <dgm:pt modelId="{DDA2C082-4564-41C8-A2ED-7DEE0CA74C6F}" type="sibTrans" cxnId="{410158A1-198B-4035-AE7E-D6C11D54CFDA}">
      <dgm:prSet/>
      <dgm:spPr/>
      <dgm:t>
        <a:bodyPr/>
        <a:lstStyle/>
        <a:p>
          <a:endParaRPr lang="en-US"/>
        </a:p>
      </dgm:t>
    </dgm:pt>
    <dgm:pt modelId="{A04A6C8D-DD50-412D-83DF-D3FE946C164E}">
      <dgm:prSet/>
      <dgm:spPr/>
      <dgm:t>
        <a:bodyPr/>
        <a:lstStyle/>
        <a:p>
          <a:r>
            <a:rPr lang="en-IN" b="1"/>
            <a:t>KPIs Created</a:t>
          </a:r>
          <a:endParaRPr lang="en-US"/>
        </a:p>
      </dgm:t>
    </dgm:pt>
    <dgm:pt modelId="{CFEE8690-B051-4C9E-B13E-1EE208D9FB74}" type="parTrans" cxnId="{A9FAD29C-ACD3-4804-9D7E-7D8F69ECBF85}">
      <dgm:prSet/>
      <dgm:spPr/>
      <dgm:t>
        <a:bodyPr/>
        <a:lstStyle/>
        <a:p>
          <a:endParaRPr lang="en-US"/>
        </a:p>
      </dgm:t>
    </dgm:pt>
    <dgm:pt modelId="{9503934A-5B79-4685-BF6B-87293A9B1A5F}" type="sibTrans" cxnId="{A9FAD29C-ACD3-4804-9D7E-7D8F69ECBF85}">
      <dgm:prSet/>
      <dgm:spPr/>
      <dgm:t>
        <a:bodyPr/>
        <a:lstStyle/>
        <a:p>
          <a:endParaRPr lang="en-US"/>
        </a:p>
      </dgm:t>
    </dgm:pt>
    <dgm:pt modelId="{4155E197-5307-4F2C-835F-EB9E31C8B666}">
      <dgm:prSet/>
      <dgm:spPr/>
      <dgm:t>
        <a:bodyPr/>
        <a:lstStyle/>
        <a:p>
          <a:r>
            <a:rPr lang="en-IN"/>
            <a:t>Total Revenue </a:t>
          </a:r>
          <a:endParaRPr lang="en-US"/>
        </a:p>
      </dgm:t>
    </dgm:pt>
    <dgm:pt modelId="{CBD7BD03-C45F-4BF9-8585-FD6D04D598D2}" type="parTrans" cxnId="{C6BCA0A1-E275-495F-BBCD-EA9C6246A2DC}">
      <dgm:prSet/>
      <dgm:spPr/>
      <dgm:t>
        <a:bodyPr/>
        <a:lstStyle/>
        <a:p>
          <a:endParaRPr lang="en-US"/>
        </a:p>
      </dgm:t>
    </dgm:pt>
    <dgm:pt modelId="{B3630980-F230-4F09-A649-EC20B75AE6C2}" type="sibTrans" cxnId="{C6BCA0A1-E275-495F-BBCD-EA9C6246A2DC}">
      <dgm:prSet/>
      <dgm:spPr/>
      <dgm:t>
        <a:bodyPr/>
        <a:lstStyle/>
        <a:p>
          <a:endParaRPr lang="en-US"/>
        </a:p>
      </dgm:t>
    </dgm:pt>
    <dgm:pt modelId="{F8901F03-0E8E-4355-A54F-A4C69E2CF83F}">
      <dgm:prSet/>
      <dgm:spPr/>
      <dgm:t>
        <a:bodyPr/>
        <a:lstStyle/>
        <a:p>
          <a:r>
            <a:rPr lang="en-IN"/>
            <a:t>Total Orders </a:t>
          </a:r>
          <a:endParaRPr lang="en-US"/>
        </a:p>
      </dgm:t>
    </dgm:pt>
    <dgm:pt modelId="{23C150B6-5633-4F0C-A999-A1A667F945E5}" type="parTrans" cxnId="{83A23841-2284-4587-8843-D7805F5C9751}">
      <dgm:prSet/>
      <dgm:spPr/>
      <dgm:t>
        <a:bodyPr/>
        <a:lstStyle/>
        <a:p>
          <a:endParaRPr lang="en-US"/>
        </a:p>
      </dgm:t>
    </dgm:pt>
    <dgm:pt modelId="{C892B5A2-4C7F-4A04-A305-AD2FB08E7177}" type="sibTrans" cxnId="{83A23841-2284-4587-8843-D7805F5C9751}">
      <dgm:prSet/>
      <dgm:spPr/>
      <dgm:t>
        <a:bodyPr/>
        <a:lstStyle/>
        <a:p>
          <a:endParaRPr lang="en-US"/>
        </a:p>
      </dgm:t>
    </dgm:pt>
    <dgm:pt modelId="{00DA25AD-40FD-4D77-ACF7-B1357D4031FF}">
      <dgm:prSet/>
      <dgm:spPr/>
      <dgm:t>
        <a:bodyPr/>
        <a:lstStyle/>
        <a:p>
          <a:r>
            <a:rPr lang="en-IN"/>
            <a:t>Total Quantity Sold </a:t>
          </a:r>
          <a:endParaRPr lang="en-US"/>
        </a:p>
      </dgm:t>
    </dgm:pt>
    <dgm:pt modelId="{22657BDA-A4B1-4B6F-9474-B97D771E739D}" type="parTrans" cxnId="{7A3168AD-5C7A-48B4-B574-CCB6F2CBFDCB}">
      <dgm:prSet/>
      <dgm:spPr/>
      <dgm:t>
        <a:bodyPr/>
        <a:lstStyle/>
        <a:p>
          <a:endParaRPr lang="en-US"/>
        </a:p>
      </dgm:t>
    </dgm:pt>
    <dgm:pt modelId="{B14CA3B6-4AF5-4926-ADC2-56E071EE55C8}" type="sibTrans" cxnId="{7A3168AD-5C7A-48B4-B574-CCB6F2CBFDCB}">
      <dgm:prSet/>
      <dgm:spPr/>
      <dgm:t>
        <a:bodyPr/>
        <a:lstStyle/>
        <a:p>
          <a:endParaRPr lang="en-US"/>
        </a:p>
      </dgm:t>
    </dgm:pt>
    <dgm:pt modelId="{69A8CA29-AEB0-4D27-B4AC-5EF78D628627}">
      <dgm:prSet/>
      <dgm:spPr/>
      <dgm:t>
        <a:bodyPr/>
        <a:lstStyle/>
        <a:p>
          <a:r>
            <a:rPr lang="en-IN"/>
            <a:t>Average Order Value </a:t>
          </a:r>
          <a:endParaRPr lang="en-US"/>
        </a:p>
      </dgm:t>
    </dgm:pt>
    <dgm:pt modelId="{399776BE-8EBE-4182-BF5B-961C6B2C102B}" type="parTrans" cxnId="{B5ABAD1A-EFDE-4DCC-9B35-8F0CF264C600}">
      <dgm:prSet/>
      <dgm:spPr/>
      <dgm:t>
        <a:bodyPr/>
        <a:lstStyle/>
        <a:p>
          <a:endParaRPr lang="en-US"/>
        </a:p>
      </dgm:t>
    </dgm:pt>
    <dgm:pt modelId="{19E5D31B-E17B-4203-BEC9-88F135E268CA}" type="sibTrans" cxnId="{B5ABAD1A-EFDE-4DCC-9B35-8F0CF264C600}">
      <dgm:prSet/>
      <dgm:spPr/>
      <dgm:t>
        <a:bodyPr/>
        <a:lstStyle/>
        <a:p>
          <a:endParaRPr lang="en-US"/>
        </a:p>
      </dgm:t>
    </dgm:pt>
    <dgm:pt modelId="{FDAAB4AB-04A9-45FA-B997-700001672135}">
      <dgm:prSet/>
      <dgm:spPr/>
      <dgm:t>
        <a:bodyPr/>
        <a:lstStyle/>
        <a:p>
          <a:r>
            <a:rPr lang="en-IN"/>
            <a:t>Average Price per Unit </a:t>
          </a:r>
          <a:endParaRPr lang="en-US"/>
        </a:p>
      </dgm:t>
    </dgm:pt>
    <dgm:pt modelId="{92AF9457-ED7C-44C6-9811-0DCE02500181}" type="parTrans" cxnId="{B6764487-3486-4EA7-BBE2-F87310313DA5}">
      <dgm:prSet/>
      <dgm:spPr/>
      <dgm:t>
        <a:bodyPr/>
        <a:lstStyle/>
        <a:p>
          <a:endParaRPr lang="en-US"/>
        </a:p>
      </dgm:t>
    </dgm:pt>
    <dgm:pt modelId="{C6EA6889-8D09-4764-A554-6066F11510C7}" type="sibTrans" cxnId="{B6764487-3486-4EA7-BBE2-F87310313DA5}">
      <dgm:prSet/>
      <dgm:spPr/>
      <dgm:t>
        <a:bodyPr/>
        <a:lstStyle/>
        <a:p>
          <a:endParaRPr lang="en-US"/>
        </a:p>
      </dgm:t>
    </dgm:pt>
    <dgm:pt modelId="{288CAFFA-D889-4C54-B33F-1B87FD6A2B9B}">
      <dgm:prSet/>
      <dgm:spPr/>
      <dgm:t>
        <a:bodyPr/>
        <a:lstStyle/>
        <a:p>
          <a:r>
            <a:rPr lang="en-IN"/>
            <a:t>Unique Customers</a:t>
          </a:r>
          <a:endParaRPr lang="en-US"/>
        </a:p>
      </dgm:t>
    </dgm:pt>
    <dgm:pt modelId="{988000EF-E524-44CA-939B-5F8722BA8226}" type="parTrans" cxnId="{917B369E-C382-418C-8D90-888E163493AC}">
      <dgm:prSet/>
      <dgm:spPr/>
      <dgm:t>
        <a:bodyPr/>
        <a:lstStyle/>
        <a:p>
          <a:endParaRPr lang="en-US"/>
        </a:p>
      </dgm:t>
    </dgm:pt>
    <dgm:pt modelId="{FD0557BC-E029-4E10-AFD6-9761B63CF1E9}" type="sibTrans" cxnId="{917B369E-C382-418C-8D90-888E163493AC}">
      <dgm:prSet/>
      <dgm:spPr/>
      <dgm:t>
        <a:bodyPr/>
        <a:lstStyle/>
        <a:p>
          <a:endParaRPr lang="en-US"/>
        </a:p>
      </dgm:t>
    </dgm:pt>
    <dgm:pt modelId="{0E0E3B62-399D-4FF8-8784-52D02C85ECDB}" type="pres">
      <dgm:prSet presAssocID="{BADD579B-BCC1-4355-8E84-B3D6A1568C40}" presName="vert0" presStyleCnt="0">
        <dgm:presLayoutVars>
          <dgm:dir/>
          <dgm:animOne val="branch"/>
          <dgm:animLvl val="lvl"/>
        </dgm:presLayoutVars>
      </dgm:prSet>
      <dgm:spPr/>
    </dgm:pt>
    <dgm:pt modelId="{7736E115-7859-4144-A521-B4CE885D7220}" type="pres">
      <dgm:prSet presAssocID="{E5AF1E53-A3AC-41AF-9BD1-1719A83DA96D}" presName="thickLine" presStyleLbl="alignNode1" presStyleIdx="0" presStyleCnt="17"/>
      <dgm:spPr/>
    </dgm:pt>
    <dgm:pt modelId="{5C730F31-BE6C-41D3-AB15-06D4A8723AF7}" type="pres">
      <dgm:prSet presAssocID="{E5AF1E53-A3AC-41AF-9BD1-1719A83DA96D}" presName="horz1" presStyleCnt="0"/>
      <dgm:spPr/>
    </dgm:pt>
    <dgm:pt modelId="{B7E4598E-A861-47E2-869F-4A4D3A41B9A0}" type="pres">
      <dgm:prSet presAssocID="{E5AF1E53-A3AC-41AF-9BD1-1719A83DA96D}" presName="tx1" presStyleLbl="revTx" presStyleIdx="0" presStyleCnt="17"/>
      <dgm:spPr/>
    </dgm:pt>
    <dgm:pt modelId="{EAED70DC-5D72-4719-89BB-0A281CBC54C6}" type="pres">
      <dgm:prSet presAssocID="{E5AF1E53-A3AC-41AF-9BD1-1719A83DA96D}" presName="vert1" presStyleCnt="0"/>
      <dgm:spPr/>
    </dgm:pt>
    <dgm:pt modelId="{C09ACFCC-9B6D-4092-B8EC-6157CFF7428D}" type="pres">
      <dgm:prSet presAssocID="{BCB6ECA9-F731-4C70-AE7C-29D64AC379B3}" presName="thickLine" presStyleLbl="alignNode1" presStyleIdx="1" presStyleCnt="17"/>
      <dgm:spPr/>
    </dgm:pt>
    <dgm:pt modelId="{5E66F51A-E0EF-4D54-BD75-255F80595A7E}" type="pres">
      <dgm:prSet presAssocID="{BCB6ECA9-F731-4C70-AE7C-29D64AC379B3}" presName="horz1" presStyleCnt="0"/>
      <dgm:spPr/>
    </dgm:pt>
    <dgm:pt modelId="{05386AA1-867C-479D-B805-DD8D9336FD4D}" type="pres">
      <dgm:prSet presAssocID="{BCB6ECA9-F731-4C70-AE7C-29D64AC379B3}" presName="tx1" presStyleLbl="revTx" presStyleIdx="1" presStyleCnt="17"/>
      <dgm:spPr/>
    </dgm:pt>
    <dgm:pt modelId="{67D1E8BC-2269-4592-9120-1BCB50FE53B9}" type="pres">
      <dgm:prSet presAssocID="{BCB6ECA9-F731-4C70-AE7C-29D64AC379B3}" presName="vert1" presStyleCnt="0"/>
      <dgm:spPr/>
    </dgm:pt>
    <dgm:pt modelId="{5D509E3D-2A18-43BC-8398-713D3AAB9CF0}" type="pres">
      <dgm:prSet presAssocID="{5C6D4459-94EF-4C9D-BA67-661D7FC3332D}" presName="thickLine" presStyleLbl="alignNode1" presStyleIdx="2" presStyleCnt="17"/>
      <dgm:spPr/>
    </dgm:pt>
    <dgm:pt modelId="{77FA643C-1548-48ED-8648-ADC877854FF3}" type="pres">
      <dgm:prSet presAssocID="{5C6D4459-94EF-4C9D-BA67-661D7FC3332D}" presName="horz1" presStyleCnt="0"/>
      <dgm:spPr/>
    </dgm:pt>
    <dgm:pt modelId="{B019386B-B626-4F2C-B94F-168103FA73A1}" type="pres">
      <dgm:prSet presAssocID="{5C6D4459-94EF-4C9D-BA67-661D7FC3332D}" presName="tx1" presStyleLbl="revTx" presStyleIdx="2" presStyleCnt="17"/>
      <dgm:spPr/>
    </dgm:pt>
    <dgm:pt modelId="{246CA458-D97A-4227-B6E5-5F79A2472A33}" type="pres">
      <dgm:prSet presAssocID="{5C6D4459-94EF-4C9D-BA67-661D7FC3332D}" presName="vert1" presStyleCnt="0"/>
      <dgm:spPr/>
    </dgm:pt>
    <dgm:pt modelId="{F72AA8ED-2D53-4783-8E59-EE720C0DF147}" type="pres">
      <dgm:prSet presAssocID="{06F51E11-3693-4E0E-8418-FAF7A78D554B}" presName="thickLine" presStyleLbl="alignNode1" presStyleIdx="3" presStyleCnt="17"/>
      <dgm:spPr/>
    </dgm:pt>
    <dgm:pt modelId="{F5EB52BF-8854-4D7E-951C-57CD96012A50}" type="pres">
      <dgm:prSet presAssocID="{06F51E11-3693-4E0E-8418-FAF7A78D554B}" presName="horz1" presStyleCnt="0"/>
      <dgm:spPr/>
    </dgm:pt>
    <dgm:pt modelId="{EFF4F470-1B52-4407-B407-B924AF263FA8}" type="pres">
      <dgm:prSet presAssocID="{06F51E11-3693-4E0E-8418-FAF7A78D554B}" presName="tx1" presStyleLbl="revTx" presStyleIdx="3" presStyleCnt="17"/>
      <dgm:spPr/>
    </dgm:pt>
    <dgm:pt modelId="{606870AB-29F4-44EA-83F3-1165687D3B20}" type="pres">
      <dgm:prSet presAssocID="{06F51E11-3693-4E0E-8418-FAF7A78D554B}" presName="vert1" presStyleCnt="0"/>
      <dgm:spPr/>
    </dgm:pt>
    <dgm:pt modelId="{BD5D0883-69EF-406E-BEDB-1AC02D045618}" type="pres">
      <dgm:prSet presAssocID="{5DB48839-02FE-420B-8C42-D7426DC1C8EF}" presName="thickLine" presStyleLbl="alignNode1" presStyleIdx="4" presStyleCnt="17"/>
      <dgm:spPr/>
    </dgm:pt>
    <dgm:pt modelId="{E6BB5E4B-2C64-40B0-8732-9B820D5AFDD5}" type="pres">
      <dgm:prSet presAssocID="{5DB48839-02FE-420B-8C42-D7426DC1C8EF}" presName="horz1" presStyleCnt="0"/>
      <dgm:spPr/>
    </dgm:pt>
    <dgm:pt modelId="{11E08729-BDE6-410C-ABB4-1B663203505C}" type="pres">
      <dgm:prSet presAssocID="{5DB48839-02FE-420B-8C42-D7426DC1C8EF}" presName="tx1" presStyleLbl="revTx" presStyleIdx="4" presStyleCnt="17"/>
      <dgm:spPr/>
    </dgm:pt>
    <dgm:pt modelId="{522E23CD-A29D-4507-B5C6-559601D6ECD9}" type="pres">
      <dgm:prSet presAssocID="{5DB48839-02FE-420B-8C42-D7426DC1C8EF}" presName="vert1" presStyleCnt="0"/>
      <dgm:spPr/>
    </dgm:pt>
    <dgm:pt modelId="{80F36E96-F256-49F8-8B3A-303F2A332381}" type="pres">
      <dgm:prSet presAssocID="{0B22B37D-DC05-4B04-BEDC-972165C020B7}" presName="thickLine" presStyleLbl="alignNode1" presStyleIdx="5" presStyleCnt="17"/>
      <dgm:spPr/>
    </dgm:pt>
    <dgm:pt modelId="{13F4935C-F473-4555-8579-9756E7757DE7}" type="pres">
      <dgm:prSet presAssocID="{0B22B37D-DC05-4B04-BEDC-972165C020B7}" presName="horz1" presStyleCnt="0"/>
      <dgm:spPr/>
    </dgm:pt>
    <dgm:pt modelId="{4B6A4D4B-AFF5-4543-BFDC-C0F2B5AC54B4}" type="pres">
      <dgm:prSet presAssocID="{0B22B37D-DC05-4B04-BEDC-972165C020B7}" presName="tx1" presStyleLbl="revTx" presStyleIdx="5" presStyleCnt="17"/>
      <dgm:spPr/>
    </dgm:pt>
    <dgm:pt modelId="{C01E31B0-E267-453F-98A3-CC5AAD20808B}" type="pres">
      <dgm:prSet presAssocID="{0B22B37D-DC05-4B04-BEDC-972165C020B7}" presName="vert1" presStyleCnt="0"/>
      <dgm:spPr/>
    </dgm:pt>
    <dgm:pt modelId="{8D6CBFD8-9359-4604-841F-9184FF53F139}" type="pres">
      <dgm:prSet presAssocID="{6C3AED2A-1F53-4424-959C-F2E9F9399596}" presName="thickLine" presStyleLbl="alignNode1" presStyleIdx="6" presStyleCnt="17"/>
      <dgm:spPr/>
    </dgm:pt>
    <dgm:pt modelId="{85970235-3AA0-49BF-BB0B-732D49759782}" type="pres">
      <dgm:prSet presAssocID="{6C3AED2A-1F53-4424-959C-F2E9F9399596}" presName="horz1" presStyleCnt="0"/>
      <dgm:spPr/>
    </dgm:pt>
    <dgm:pt modelId="{FFDC0C3B-80A5-4F96-B1B1-3855CB77C5E3}" type="pres">
      <dgm:prSet presAssocID="{6C3AED2A-1F53-4424-959C-F2E9F9399596}" presName="tx1" presStyleLbl="revTx" presStyleIdx="6" presStyleCnt="17"/>
      <dgm:spPr/>
    </dgm:pt>
    <dgm:pt modelId="{9F22070F-CD0F-4068-8FA2-992750BBDA52}" type="pres">
      <dgm:prSet presAssocID="{6C3AED2A-1F53-4424-959C-F2E9F9399596}" presName="vert1" presStyleCnt="0"/>
      <dgm:spPr/>
    </dgm:pt>
    <dgm:pt modelId="{FFD13583-3913-4017-A313-EEA8AB5F6EE0}" type="pres">
      <dgm:prSet presAssocID="{3F1A5BB2-31D4-4B01-9928-AD2C86ED2B20}" presName="thickLine" presStyleLbl="alignNode1" presStyleIdx="7" presStyleCnt="17"/>
      <dgm:spPr/>
    </dgm:pt>
    <dgm:pt modelId="{4109D601-B796-4C0F-9425-13645B357088}" type="pres">
      <dgm:prSet presAssocID="{3F1A5BB2-31D4-4B01-9928-AD2C86ED2B20}" presName="horz1" presStyleCnt="0"/>
      <dgm:spPr/>
    </dgm:pt>
    <dgm:pt modelId="{38E1EDD5-A601-4F1D-A0B1-A7FE580552E7}" type="pres">
      <dgm:prSet presAssocID="{3F1A5BB2-31D4-4B01-9928-AD2C86ED2B20}" presName="tx1" presStyleLbl="revTx" presStyleIdx="7" presStyleCnt="17"/>
      <dgm:spPr/>
    </dgm:pt>
    <dgm:pt modelId="{315E1ABD-B315-49F3-9B6D-6D6EC50CAB94}" type="pres">
      <dgm:prSet presAssocID="{3F1A5BB2-31D4-4B01-9928-AD2C86ED2B20}" presName="vert1" presStyleCnt="0"/>
      <dgm:spPr/>
    </dgm:pt>
    <dgm:pt modelId="{F362F4DE-3352-4637-8610-8470672BB71B}" type="pres">
      <dgm:prSet presAssocID="{4B6E7446-67A9-4CDD-9D52-F39EFB1704E0}" presName="thickLine" presStyleLbl="alignNode1" presStyleIdx="8" presStyleCnt="17"/>
      <dgm:spPr/>
    </dgm:pt>
    <dgm:pt modelId="{0C7AFC56-D37E-4536-954E-D69573CB7E6D}" type="pres">
      <dgm:prSet presAssocID="{4B6E7446-67A9-4CDD-9D52-F39EFB1704E0}" presName="horz1" presStyleCnt="0"/>
      <dgm:spPr/>
    </dgm:pt>
    <dgm:pt modelId="{77A15FC0-0C71-4CFB-AD2C-97506DBF5A8F}" type="pres">
      <dgm:prSet presAssocID="{4B6E7446-67A9-4CDD-9D52-F39EFB1704E0}" presName="tx1" presStyleLbl="revTx" presStyleIdx="8" presStyleCnt="17"/>
      <dgm:spPr/>
    </dgm:pt>
    <dgm:pt modelId="{7F1DEF9B-562C-4777-AC9A-305AA4DFEEAE}" type="pres">
      <dgm:prSet presAssocID="{4B6E7446-67A9-4CDD-9D52-F39EFB1704E0}" presName="vert1" presStyleCnt="0"/>
      <dgm:spPr/>
    </dgm:pt>
    <dgm:pt modelId="{186AA2EB-2DE9-4211-9BF3-799D22FBAAFF}" type="pres">
      <dgm:prSet presAssocID="{73EC5868-F7D8-4502-9604-A4AD3496B7B1}" presName="thickLine" presStyleLbl="alignNode1" presStyleIdx="9" presStyleCnt="17"/>
      <dgm:spPr/>
    </dgm:pt>
    <dgm:pt modelId="{122CE91D-40B9-46CA-A0A6-3E9D88780F15}" type="pres">
      <dgm:prSet presAssocID="{73EC5868-F7D8-4502-9604-A4AD3496B7B1}" presName="horz1" presStyleCnt="0"/>
      <dgm:spPr/>
    </dgm:pt>
    <dgm:pt modelId="{519B1467-DCB7-4015-B4E1-EBDD9522D34D}" type="pres">
      <dgm:prSet presAssocID="{73EC5868-F7D8-4502-9604-A4AD3496B7B1}" presName="tx1" presStyleLbl="revTx" presStyleIdx="9" presStyleCnt="17"/>
      <dgm:spPr/>
    </dgm:pt>
    <dgm:pt modelId="{6D4EA682-C9C3-480B-8FBA-2317EAEB08D5}" type="pres">
      <dgm:prSet presAssocID="{73EC5868-F7D8-4502-9604-A4AD3496B7B1}" presName="vert1" presStyleCnt="0"/>
      <dgm:spPr/>
    </dgm:pt>
    <dgm:pt modelId="{1BDF975B-4F71-4A4A-AD4E-651948C04E6A}" type="pres">
      <dgm:prSet presAssocID="{A04A6C8D-DD50-412D-83DF-D3FE946C164E}" presName="thickLine" presStyleLbl="alignNode1" presStyleIdx="10" presStyleCnt="17"/>
      <dgm:spPr/>
    </dgm:pt>
    <dgm:pt modelId="{607321B7-DB78-431D-9596-22A114B92E99}" type="pres">
      <dgm:prSet presAssocID="{A04A6C8D-DD50-412D-83DF-D3FE946C164E}" presName="horz1" presStyleCnt="0"/>
      <dgm:spPr/>
    </dgm:pt>
    <dgm:pt modelId="{EC0C3CFA-C5FF-4337-A498-36E50340A414}" type="pres">
      <dgm:prSet presAssocID="{A04A6C8D-DD50-412D-83DF-D3FE946C164E}" presName="tx1" presStyleLbl="revTx" presStyleIdx="10" presStyleCnt="17"/>
      <dgm:spPr/>
    </dgm:pt>
    <dgm:pt modelId="{F7C3C485-7BDA-4C34-A9F9-F1EE2F775344}" type="pres">
      <dgm:prSet presAssocID="{A04A6C8D-DD50-412D-83DF-D3FE946C164E}" presName="vert1" presStyleCnt="0"/>
      <dgm:spPr/>
    </dgm:pt>
    <dgm:pt modelId="{2C9BCBCA-D478-474A-9BE0-1A82DB6366A7}" type="pres">
      <dgm:prSet presAssocID="{4155E197-5307-4F2C-835F-EB9E31C8B666}" presName="thickLine" presStyleLbl="alignNode1" presStyleIdx="11" presStyleCnt="17"/>
      <dgm:spPr/>
    </dgm:pt>
    <dgm:pt modelId="{ABF73297-98C7-4A8C-A6E7-AFB9E3BFE423}" type="pres">
      <dgm:prSet presAssocID="{4155E197-5307-4F2C-835F-EB9E31C8B666}" presName="horz1" presStyleCnt="0"/>
      <dgm:spPr/>
    </dgm:pt>
    <dgm:pt modelId="{31C72AC8-CE89-41D8-8390-1B350FC1B96B}" type="pres">
      <dgm:prSet presAssocID="{4155E197-5307-4F2C-835F-EB9E31C8B666}" presName="tx1" presStyleLbl="revTx" presStyleIdx="11" presStyleCnt="17"/>
      <dgm:spPr/>
    </dgm:pt>
    <dgm:pt modelId="{B8AA7F97-E68A-40AB-98D4-19294598D109}" type="pres">
      <dgm:prSet presAssocID="{4155E197-5307-4F2C-835F-EB9E31C8B666}" presName="vert1" presStyleCnt="0"/>
      <dgm:spPr/>
    </dgm:pt>
    <dgm:pt modelId="{80AF1DC3-CB34-4277-BC29-C1CA066696E4}" type="pres">
      <dgm:prSet presAssocID="{F8901F03-0E8E-4355-A54F-A4C69E2CF83F}" presName="thickLine" presStyleLbl="alignNode1" presStyleIdx="12" presStyleCnt="17"/>
      <dgm:spPr/>
    </dgm:pt>
    <dgm:pt modelId="{700F082E-985A-4ED4-90AB-80A8C443698E}" type="pres">
      <dgm:prSet presAssocID="{F8901F03-0E8E-4355-A54F-A4C69E2CF83F}" presName="horz1" presStyleCnt="0"/>
      <dgm:spPr/>
    </dgm:pt>
    <dgm:pt modelId="{2A766D6A-AAE8-4397-BD6D-A790AFD47DDC}" type="pres">
      <dgm:prSet presAssocID="{F8901F03-0E8E-4355-A54F-A4C69E2CF83F}" presName="tx1" presStyleLbl="revTx" presStyleIdx="12" presStyleCnt="17"/>
      <dgm:spPr/>
    </dgm:pt>
    <dgm:pt modelId="{E0F7F215-B73A-40C0-B742-7E811DE48656}" type="pres">
      <dgm:prSet presAssocID="{F8901F03-0E8E-4355-A54F-A4C69E2CF83F}" presName="vert1" presStyleCnt="0"/>
      <dgm:spPr/>
    </dgm:pt>
    <dgm:pt modelId="{8A19A9E2-D1D7-4FE7-8309-1EDED4B6002F}" type="pres">
      <dgm:prSet presAssocID="{00DA25AD-40FD-4D77-ACF7-B1357D4031FF}" presName="thickLine" presStyleLbl="alignNode1" presStyleIdx="13" presStyleCnt="17"/>
      <dgm:spPr/>
    </dgm:pt>
    <dgm:pt modelId="{DB46B378-BD90-44E9-825D-67D6C1C4F739}" type="pres">
      <dgm:prSet presAssocID="{00DA25AD-40FD-4D77-ACF7-B1357D4031FF}" presName="horz1" presStyleCnt="0"/>
      <dgm:spPr/>
    </dgm:pt>
    <dgm:pt modelId="{38523E48-D1C3-4966-8DE0-B37C59DC6067}" type="pres">
      <dgm:prSet presAssocID="{00DA25AD-40FD-4D77-ACF7-B1357D4031FF}" presName="tx1" presStyleLbl="revTx" presStyleIdx="13" presStyleCnt="17"/>
      <dgm:spPr/>
    </dgm:pt>
    <dgm:pt modelId="{6EDE2E05-371B-4C0E-A7CC-7F45C4FDDAA2}" type="pres">
      <dgm:prSet presAssocID="{00DA25AD-40FD-4D77-ACF7-B1357D4031FF}" presName="vert1" presStyleCnt="0"/>
      <dgm:spPr/>
    </dgm:pt>
    <dgm:pt modelId="{DD319332-EFB0-4B61-9C4B-1C4396CCBE06}" type="pres">
      <dgm:prSet presAssocID="{69A8CA29-AEB0-4D27-B4AC-5EF78D628627}" presName="thickLine" presStyleLbl="alignNode1" presStyleIdx="14" presStyleCnt="17"/>
      <dgm:spPr/>
    </dgm:pt>
    <dgm:pt modelId="{C7522127-DE15-432F-83B1-E19D15A62BC4}" type="pres">
      <dgm:prSet presAssocID="{69A8CA29-AEB0-4D27-B4AC-5EF78D628627}" presName="horz1" presStyleCnt="0"/>
      <dgm:spPr/>
    </dgm:pt>
    <dgm:pt modelId="{DB8376CF-AE2E-4138-9592-E75BEBFAD95A}" type="pres">
      <dgm:prSet presAssocID="{69A8CA29-AEB0-4D27-B4AC-5EF78D628627}" presName="tx1" presStyleLbl="revTx" presStyleIdx="14" presStyleCnt="17"/>
      <dgm:spPr/>
    </dgm:pt>
    <dgm:pt modelId="{45E8C545-77B8-4149-9161-F49BCAC75C08}" type="pres">
      <dgm:prSet presAssocID="{69A8CA29-AEB0-4D27-B4AC-5EF78D628627}" presName="vert1" presStyleCnt="0"/>
      <dgm:spPr/>
    </dgm:pt>
    <dgm:pt modelId="{53A41454-69A1-48F3-A6BD-FDFBF60E82C5}" type="pres">
      <dgm:prSet presAssocID="{FDAAB4AB-04A9-45FA-B997-700001672135}" presName="thickLine" presStyleLbl="alignNode1" presStyleIdx="15" presStyleCnt="17"/>
      <dgm:spPr/>
    </dgm:pt>
    <dgm:pt modelId="{53FDDAEA-EE10-4898-BD61-C3EB42259F3D}" type="pres">
      <dgm:prSet presAssocID="{FDAAB4AB-04A9-45FA-B997-700001672135}" presName="horz1" presStyleCnt="0"/>
      <dgm:spPr/>
    </dgm:pt>
    <dgm:pt modelId="{3D7E5004-3353-411D-A1F7-B64E03A7DA33}" type="pres">
      <dgm:prSet presAssocID="{FDAAB4AB-04A9-45FA-B997-700001672135}" presName="tx1" presStyleLbl="revTx" presStyleIdx="15" presStyleCnt="17"/>
      <dgm:spPr/>
    </dgm:pt>
    <dgm:pt modelId="{8797426C-0BF2-452B-AED2-5C34BED45337}" type="pres">
      <dgm:prSet presAssocID="{FDAAB4AB-04A9-45FA-B997-700001672135}" presName="vert1" presStyleCnt="0"/>
      <dgm:spPr/>
    </dgm:pt>
    <dgm:pt modelId="{C936CE36-818F-4508-AB86-18380DC10C48}" type="pres">
      <dgm:prSet presAssocID="{288CAFFA-D889-4C54-B33F-1B87FD6A2B9B}" presName="thickLine" presStyleLbl="alignNode1" presStyleIdx="16" presStyleCnt="17"/>
      <dgm:spPr/>
    </dgm:pt>
    <dgm:pt modelId="{6C0324E7-7C38-479B-BCFF-5F8C83AEC884}" type="pres">
      <dgm:prSet presAssocID="{288CAFFA-D889-4C54-B33F-1B87FD6A2B9B}" presName="horz1" presStyleCnt="0"/>
      <dgm:spPr/>
    </dgm:pt>
    <dgm:pt modelId="{C09136C2-57A9-4531-9B18-F2757C415BCB}" type="pres">
      <dgm:prSet presAssocID="{288CAFFA-D889-4C54-B33F-1B87FD6A2B9B}" presName="tx1" presStyleLbl="revTx" presStyleIdx="16" presStyleCnt="17"/>
      <dgm:spPr/>
    </dgm:pt>
    <dgm:pt modelId="{A74F49F6-D5AD-44B0-AA3E-111030D021E3}" type="pres">
      <dgm:prSet presAssocID="{288CAFFA-D889-4C54-B33F-1B87FD6A2B9B}" presName="vert1" presStyleCnt="0"/>
      <dgm:spPr/>
    </dgm:pt>
  </dgm:ptLst>
  <dgm:cxnLst>
    <dgm:cxn modelId="{57F6B007-4640-4758-8F2C-6C566977775F}" srcId="{BADD579B-BCC1-4355-8E84-B3D6A1568C40}" destId="{5C6D4459-94EF-4C9D-BA67-661D7FC3332D}" srcOrd="2" destOrd="0" parTransId="{3655260D-CDB7-49C1-9987-4251C6653F49}" sibTransId="{BF7D313B-5039-4818-8F92-022EF0DDBA73}"/>
    <dgm:cxn modelId="{50082211-4E13-4888-8F08-3E787EC49B51}" srcId="{BADD579B-BCC1-4355-8E84-B3D6A1568C40}" destId="{5DB48839-02FE-420B-8C42-D7426DC1C8EF}" srcOrd="4" destOrd="0" parTransId="{3030BCC9-4017-443D-938F-6273DA4D7E8F}" sibTransId="{0F3B8504-F098-415E-815E-2F0C60D9AA41}"/>
    <dgm:cxn modelId="{C6FEDC12-BA73-4F86-B214-50AA7DCB1C59}" type="presOf" srcId="{0B22B37D-DC05-4B04-BEDC-972165C020B7}" destId="{4B6A4D4B-AFF5-4543-BFDC-C0F2B5AC54B4}" srcOrd="0" destOrd="0" presId="urn:microsoft.com/office/officeart/2008/layout/LinedList"/>
    <dgm:cxn modelId="{B5ABAD1A-EFDE-4DCC-9B35-8F0CF264C600}" srcId="{BADD579B-BCC1-4355-8E84-B3D6A1568C40}" destId="{69A8CA29-AEB0-4D27-B4AC-5EF78D628627}" srcOrd="14" destOrd="0" parTransId="{399776BE-8EBE-4182-BF5B-961C6B2C102B}" sibTransId="{19E5D31B-E17B-4203-BEC9-88F135E268CA}"/>
    <dgm:cxn modelId="{4862BF1A-B6D9-4846-84B5-7C6F15C3D76D}" type="presOf" srcId="{BCB6ECA9-F731-4C70-AE7C-29D64AC379B3}" destId="{05386AA1-867C-479D-B805-DD8D9336FD4D}" srcOrd="0" destOrd="0" presId="urn:microsoft.com/office/officeart/2008/layout/LinedList"/>
    <dgm:cxn modelId="{40B4341B-044B-434A-AFF7-2F0217ABC3DF}" srcId="{BADD579B-BCC1-4355-8E84-B3D6A1568C40}" destId="{BCB6ECA9-F731-4C70-AE7C-29D64AC379B3}" srcOrd="1" destOrd="0" parTransId="{F46A95DF-1A38-4B98-8E0C-C2E0981F907A}" sibTransId="{D1528C1C-B1B3-4BAD-83C3-E98E1069D20D}"/>
    <dgm:cxn modelId="{A1E9D028-829E-4F92-B0CF-8F99C45B0E4A}" type="presOf" srcId="{BADD579B-BCC1-4355-8E84-B3D6A1568C40}" destId="{0E0E3B62-399D-4FF8-8784-52D02C85ECDB}" srcOrd="0" destOrd="0" presId="urn:microsoft.com/office/officeart/2008/layout/LinedList"/>
    <dgm:cxn modelId="{F246543D-A28D-477B-8576-62F43BAB1847}" type="presOf" srcId="{E5AF1E53-A3AC-41AF-9BD1-1719A83DA96D}" destId="{B7E4598E-A861-47E2-869F-4A4D3A41B9A0}" srcOrd="0" destOrd="0" presId="urn:microsoft.com/office/officeart/2008/layout/LinedList"/>
    <dgm:cxn modelId="{2622B95E-93EA-4889-BB38-8A4C7F388499}" type="presOf" srcId="{00DA25AD-40FD-4D77-ACF7-B1357D4031FF}" destId="{38523E48-D1C3-4966-8DE0-B37C59DC6067}" srcOrd="0" destOrd="0" presId="urn:microsoft.com/office/officeart/2008/layout/LinedList"/>
    <dgm:cxn modelId="{BAF2FC5E-B5ED-45D2-A00C-51CDE36DE2DB}" type="presOf" srcId="{5C6D4459-94EF-4C9D-BA67-661D7FC3332D}" destId="{B019386B-B626-4F2C-B94F-168103FA73A1}" srcOrd="0" destOrd="0" presId="urn:microsoft.com/office/officeart/2008/layout/LinedList"/>
    <dgm:cxn modelId="{83A23841-2284-4587-8843-D7805F5C9751}" srcId="{BADD579B-BCC1-4355-8E84-B3D6A1568C40}" destId="{F8901F03-0E8E-4355-A54F-A4C69E2CF83F}" srcOrd="12" destOrd="0" parTransId="{23C150B6-5633-4F0C-A999-A1A667F945E5}" sibTransId="{C892B5A2-4C7F-4A04-A305-AD2FB08E7177}"/>
    <dgm:cxn modelId="{797D3562-2BE6-454E-A99E-9B73DB414470}" type="presOf" srcId="{6C3AED2A-1F53-4424-959C-F2E9F9399596}" destId="{FFDC0C3B-80A5-4F96-B1B1-3855CB77C5E3}" srcOrd="0" destOrd="0" presId="urn:microsoft.com/office/officeart/2008/layout/LinedList"/>
    <dgm:cxn modelId="{AB5F6763-14BB-49A6-914C-B3F1202E2EC5}" type="presOf" srcId="{5DB48839-02FE-420B-8C42-D7426DC1C8EF}" destId="{11E08729-BDE6-410C-ABB4-1B663203505C}" srcOrd="0" destOrd="0" presId="urn:microsoft.com/office/officeart/2008/layout/LinedList"/>
    <dgm:cxn modelId="{117DEA4E-50B6-45DC-B6A5-15833AB4A84A}" srcId="{BADD579B-BCC1-4355-8E84-B3D6A1568C40}" destId="{3F1A5BB2-31D4-4B01-9928-AD2C86ED2B20}" srcOrd="7" destOrd="0" parTransId="{F3F3FC90-A4B3-4ADE-A340-12721D12A868}" sibTransId="{AA684418-531F-4BE4-B743-482D0BB4CE53}"/>
    <dgm:cxn modelId="{B6764487-3486-4EA7-BBE2-F87310313DA5}" srcId="{BADD579B-BCC1-4355-8E84-B3D6A1568C40}" destId="{FDAAB4AB-04A9-45FA-B997-700001672135}" srcOrd="15" destOrd="0" parTransId="{92AF9457-ED7C-44C6-9811-0DCE02500181}" sibTransId="{C6EA6889-8D09-4764-A554-6066F11510C7}"/>
    <dgm:cxn modelId="{A9FAD29C-ACD3-4804-9D7E-7D8F69ECBF85}" srcId="{BADD579B-BCC1-4355-8E84-B3D6A1568C40}" destId="{A04A6C8D-DD50-412D-83DF-D3FE946C164E}" srcOrd="10" destOrd="0" parTransId="{CFEE8690-B051-4C9E-B13E-1EE208D9FB74}" sibTransId="{9503934A-5B79-4685-BF6B-87293A9B1A5F}"/>
    <dgm:cxn modelId="{917B369E-C382-418C-8D90-888E163493AC}" srcId="{BADD579B-BCC1-4355-8E84-B3D6A1568C40}" destId="{288CAFFA-D889-4C54-B33F-1B87FD6A2B9B}" srcOrd="16" destOrd="0" parTransId="{988000EF-E524-44CA-939B-5F8722BA8226}" sibTransId="{FD0557BC-E029-4E10-AFD6-9761B63CF1E9}"/>
    <dgm:cxn modelId="{410158A1-198B-4035-AE7E-D6C11D54CFDA}" srcId="{BADD579B-BCC1-4355-8E84-B3D6A1568C40}" destId="{73EC5868-F7D8-4502-9604-A4AD3496B7B1}" srcOrd="9" destOrd="0" parTransId="{41069947-B2BE-4661-B5A4-2E83587C2496}" sibTransId="{DDA2C082-4564-41C8-A2ED-7DEE0CA74C6F}"/>
    <dgm:cxn modelId="{C6BCA0A1-E275-495F-BBCD-EA9C6246A2DC}" srcId="{BADD579B-BCC1-4355-8E84-B3D6A1568C40}" destId="{4155E197-5307-4F2C-835F-EB9E31C8B666}" srcOrd="11" destOrd="0" parTransId="{CBD7BD03-C45F-4BF9-8585-FD6D04D598D2}" sibTransId="{B3630980-F230-4F09-A649-EC20B75AE6C2}"/>
    <dgm:cxn modelId="{066333A2-A316-4FBE-B461-BD63CB3E6998}" srcId="{BADD579B-BCC1-4355-8E84-B3D6A1568C40}" destId="{0B22B37D-DC05-4B04-BEDC-972165C020B7}" srcOrd="5" destOrd="0" parTransId="{DEA49423-BB2B-47F4-B597-CFC579459A70}" sibTransId="{670681A1-0F5D-40F6-AD07-D5B905823115}"/>
    <dgm:cxn modelId="{116C6DA5-F9DD-4BD3-8D31-8170159244BC}" srcId="{BADD579B-BCC1-4355-8E84-B3D6A1568C40}" destId="{E5AF1E53-A3AC-41AF-9BD1-1719A83DA96D}" srcOrd="0" destOrd="0" parTransId="{B1D4AE39-2D31-4D4A-8E99-B11D714A0C9A}" sibTransId="{D3F0459E-6147-474D-8F0D-BB87EA44F532}"/>
    <dgm:cxn modelId="{7A3168AD-5C7A-48B4-B574-CCB6F2CBFDCB}" srcId="{BADD579B-BCC1-4355-8E84-B3D6A1568C40}" destId="{00DA25AD-40FD-4D77-ACF7-B1357D4031FF}" srcOrd="13" destOrd="0" parTransId="{22657BDA-A4B1-4B6F-9474-B97D771E739D}" sibTransId="{B14CA3B6-4AF5-4926-ADC2-56E071EE55C8}"/>
    <dgm:cxn modelId="{F3988BB3-67AD-4620-866D-04C390E0C7B7}" type="presOf" srcId="{FDAAB4AB-04A9-45FA-B997-700001672135}" destId="{3D7E5004-3353-411D-A1F7-B64E03A7DA33}" srcOrd="0" destOrd="0" presId="urn:microsoft.com/office/officeart/2008/layout/LinedList"/>
    <dgm:cxn modelId="{551220B4-4BF3-4EC2-B380-C11D4C44E006}" srcId="{BADD579B-BCC1-4355-8E84-B3D6A1568C40}" destId="{6C3AED2A-1F53-4424-959C-F2E9F9399596}" srcOrd="6" destOrd="0" parTransId="{ABE857DF-70B6-47CB-BBC1-D7F11C95BDD9}" sibTransId="{BD631697-F4D4-4F7E-AF21-BFD58334F486}"/>
    <dgm:cxn modelId="{1C05EDB5-31A4-4DD7-B935-BBB881961DE0}" type="presOf" srcId="{3F1A5BB2-31D4-4B01-9928-AD2C86ED2B20}" destId="{38E1EDD5-A601-4F1D-A0B1-A7FE580552E7}" srcOrd="0" destOrd="0" presId="urn:microsoft.com/office/officeart/2008/layout/LinedList"/>
    <dgm:cxn modelId="{0DA107B6-7137-449F-A248-8832B9EC15F3}" srcId="{BADD579B-BCC1-4355-8E84-B3D6A1568C40}" destId="{4B6E7446-67A9-4CDD-9D52-F39EFB1704E0}" srcOrd="8" destOrd="0" parTransId="{B38C06E9-1770-4444-8B5D-3DD5C2BCA579}" sibTransId="{0E9F2066-9EB2-4618-BAA9-C57780EFB6E0}"/>
    <dgm:cxn modelId="{AB7056B6-C284-4088-BD4F-C5AC21BF7677}" type="presOf" srcId="{06F51E11-3693-4E0E-8418-FAF7A78D554B}" destId="{EFF4F470-1B52-4407-B407-B924AF263FA8}" srcOrd="0" destOrd="0" presId="urn:microsoft.com/office/officeart/2008/layout/LinedList"/>
    <dgm:cxn modelId="{4F336CBC-D734-4387-B0D5-45A55AD760D6}" type="presOf" srcId="{A04A6C8D-DD50-412D-83DF-D3FE946C164E}" destId="{EC0C3CFA-C5FF-4337-A498-36E50340A414}" srcOrd="0" destOrd="0" presId="urn:microsoft.com/office/officeart/2008/layout/LinedList"/>
    <dgm:cxn modelId="{BEA333C0-1712-4FDD-A423-1B0F677B9A61}" type="presOf" srcId="{73EC5868-F7D8-4502-9604-A4AD3496B7B1}" destId="{519B1467-DCB7-4015-B4E1-EBDD9522D34D}" srcOrd="0" destOrd="0" presId="urn:microsoft.com/office/officeart/2008/layout/LinedList"/>
    <dgm:cxn modelId="{75B607C7-0DDF-481E-A848-10D2979FCEA2}" type="presOf" srcId="{F8901F03-0E8E-4355-A54F-A4C69E2CF83F}" destId="{2A766D6A-AAE8-4397-BD6D-A790AFD47DDC}" srcOrd="0" destOrd="0" presId="urn:microsoft.com/office/officeart/2008/layout/LinedList"/>
    <dgm:cxn modelId="{332E75C9-5140-49DB-B5FA-ABE7AF5DBCC6}" type="presOf" srcId="{288CAFFA-D889-4C54-B33F-1B87FD6A2B9B}" destId="{C09136C2-57A9-4531-9B18-F2757C415BCB}" srcOrd="0" destOrd="0" presId="urn:microsoft.com/office/officeart/2008/layout/LinedList"/>
    <dgm:cxn modelId="{538E7CE0-CAD5-42F7-937F-45A9931D5489}" type="presOf" srcId="{4B6E7446-67A9-4CDD-9D52-F39EFB1704E0}" destId="{77A15FC0-0C71-4CFB-AD2C-97506DBF5A8F}" srcOrd="0" destOrd="0" presId="urn:microsoft.com/office/officeart/2008/layout/LinedList"/>
    <dgm:cxn modelId="{D16F19E1-0482-4A21-8767-8143B1371B97}" type="presOf" srcId="{4155E197-5307-4F2C-835F-EB9E31C8B666}" destId="{31C72AC8-CE89-41D8-8390-1B350FC1B96B}" srcOrd="0" destOrd="0" presId="urn:microsoft.com/office/officeart/2008/layout/LinedList"/>
    <dgm:cxn modelId="{3A2216E3-453C-4507-8946-9441EF1ADF60}" type="presOf" srcId="{69A8CA29-AEB0-4D27-B4AC-5EF78D628627}" destId="{DB8376CF-AE2E-4138-9592-E75BEBFAD95A}" srcOrd="0" destOrd="0" presId="urn:microsoft.com/office/officeart/2008/layout/LinedList"/>
    <dgm:cxn modelId="{6EFB5DE7-BBE4-4530-8743-CA21A57015FA}" srcId="{BADD579B-BCC1-4355-8E84-B3D6A1568C40}" destId="{06F51E11-3693-4E0E-8418-FAF7A78D554B}" srcOrd="3" destOrd="0" parTransId="{C66C8BD3-E4DC-47DB-90DB-DE15683A4D71}" sibTransId="{C40DA5F8-DB3F-44EB-8087-D196DA68D376}"/>
    <dgm:cxn modelId="{49780E28-77C2-46D8-8B3B-04C0477A39E8}" type="presParOf" srcId="{0E0E3B62-399D-4FF8-8784-52D02C85ECDB}" destId="{7736E115-7859-4144-A521-B4CE885D7220}" srcOrd="0" destOrd="0" presId="urn:microsoft.com/office/officeart/2008/layout/LinedList"/>
    <dgm:cxn modelId="{83884A3B-D371-4A7C-B8D7-697B9C1092EE}" type="presParOf" srcId="{0E0E3B62-399D-4FF8-8784-52D02C85ECDB}" destId="{5C730F31-BE6C-41D3-AB15-06D4A8723AF7}" srcOrd="1" destOrd="0" presId="urn:microsoft.com/office/officeart/2008/layout/LinedList"/>
    <dgm:cxn modelId="{D6F2CA4B-7005-4431-AFE1-3CB94ED4BBF1}" type="presParOf" srcId="{5C730F31-BE6C-41D3-AB15-06D4A8723AF7}" destId="{B7E4598E-A861-47E2-869F-4A4D3A41B9A0}" srcOrd="0" destOrd="0" presId="urn:microsoft.com/office/officeart/2008/layout/LinedList"/>
    <dgm:cxn modelId="{5DE4A67D-0DE3-4958-A817-7D258C56DCD4}" type="presParOf" srcId="{5C730F31-BE6C-41D3-AB15-06D4A8723AF7}" destId="{EAED70DC-5D72-4719-89BB-0A281CBC54C6}" srcOrd="1" destOrd="0" presId="urn:microsoft.com/office/officeart/2008/layout/LinedList"/>
    <dgm:cxn modelId="{85D1BBF9-177A-45A8-8BFC-BC1751B9C8A2}" type="presParOf" srcId="{0E0E3B62-399D-4FF8-8784-52D02C85ECDB}" destId="{C09ACFCC-9B6D-4092-B8EC-6157CFF7428D}" srcOrd="2" destOrd="0" presId="urn:microsoft.com/office/officeart/2008/layout/LinedList"/>
    <dgm:cxn modelId="{9AF602AA-C3A6-48F8-A92E-693DC832F969}" type="presParOf" srcId="{0E0E3B62-399D-4FF8-8784-52D02C85ECDB}" destId="{5E66F51A-E0EF-4D54-BD75-255F80595A7E}" srcOrd="3" destOrd="0" presId="urn:microsoft.com/office/officeart/2008/layout/LinedList"/>
    <dgm:cxn modelId="{D6B2E6C7-59BE-4D48-8DE1-524A8702D3F2}" type="presParOf" srcId="{5E66F51A-E0EF-4D54-BD75-255F80595A7E}" destId="{05386AA1-867C-479D-B805-DD8D9336FD4D}" srcOrd="0" destOrd="0" presId="urn:microsoft.com/office/officeart/2008/layout/LinedList"/>
    <dgm:cxn modelId="{FEDE23CD-CFBC-470E-8A5B-65F1200E17C5}" type="presParOf" srcId="{5E66F51A-E0EF-4D54-BD75-255F80595A7E}" destId="{67D1E8BC-2269-4592-9120-1BCB50FE53B9}" srcOrd="1" destOrd="0" presId="urn:microsoft.com/office/officeart/2008/layout/LinedList"/>
    <dgm:cxn modelId="{E09E7D6B-8ACF-4115-BF26-5312FD940B68}" type="presParOf" srcId="{0E0E3B62-399D-4FF8-8784-52D02C85ECDB}" destId="{5D509E3D-2A18-43BC-8398-713D3AAB9CF0}" srcOrd="4" destOrd="0" presId="urn:microsoft.com/office/officeart/2008/layout/LinedList"/>
    <dgm:cxn modelId="{48629B48-24EF-495B-B0A6-DF4BA7AE73CD}" type="presParOf" srcId="{0E0E3B62-399D-4FF8-8784-52D02C85ECDB}" destId="{77FA643C-1548-48ED-8648-ADC877854FF3}" srcOrd="5" destOrd="0" presId="urn:microsoft.com/office/officeart/2008/layout/LinedList"/>
    <dgm:cxn modelId="{F3A25757-894F-43BA-A93D-32B209F2110A}" type="presParOf" srcId="{77FA643C-1548-48ED-8648-ADC877854FF3}" destId="{B019386B-B626-4F2C-B94F-168103FA73A1}" srcOrd="0" destOrd="0" presId="urn:microsoft.com/office/officeart/2008/layout/LinedList"/>
    <dgm:cxn modelId="{76EF8122-571B-4DA9-A3FB-9E4011A71359}" type="presParOf" srcId="{77FA643C-1548-48ED-8648-ADC877854FF3}" destId="{246CA458-D97A-4227-B6E5-5F79A2472A33}" srcOrd="1" destOrd="0" presId="urn:microsoft.com/office/officeart/2008/layout/LinedList"/>
    <dgm:cxn modelId="{5A042442-4160-4144-BD33-A6E6A6789217}" type="presParOf" srcId="{0E0E3B62-399D-4FF8-8784-52D02C85ECDB}" destId="{F72AA8ED-2D53-4783-8E59-EE720C0DF147}" srcOrd="6" destOrd="0" presId="urn:microsoft.com/office/officeart/2008/layout/LinedList"/>
    <dgm:cxn modelId="{DC580EAE-0D1A-4AD5-B27F-DAAC1BAB0D29}" type="presParOf" srcId="{0E0E3B62-399D-4FF8-8784-52D02C85ECDB}" destId="{F5EB52BF-8854-4D7E-951C-57CD96012A50}" srcOrd="7" destOrd="0" presId="urn:microsoft.com/office/officeart/2008/layout/LinedList"/>
    <dgm:cxn modelId="{D983DD03-810F-4CB2-B5C2-9327E51B083C}" type="presParOf" srcId="{F5EB52BF-8854-4D7E-951C-57CD96012A50}" destId="{EFF4F470-1B52-4407-B407-B924AF263FA8}" srcOrd="0" destOrd="0" presId="urn:microsoft.com/office/officeart/2008/layout/LinedList"/>
    <dgm:cxn modelId="{A16BE1DB-C23E-4397-89B8-476FE58DDA68}" type="presParOf" srcId="{F5EB52BF-8854-4D7E-951C-57CD96012A50}" destId="{606870AB-29F4-44EA-83F3-1165687D3B20}" srcOrd="1" destOrd="0" presId="urn:microsoft.com/office/officeart/2008/layout/LinedList"/>
    <dgm:cxn modelId="{D308C1BC-3296-4DD1-AB4A-BE0BD2A9DE79}" type="presParOf" srcId="{0E0E3B62-399D-4FF8-8784-52D02C85ECDB}" destId="{BD5D0883-69EF-406E-BEDB-1AC02D045618}" srcOrd="8" destOrd="0" presId="urn:microsoft.com/office/officeart/2008/layout/LinedList"/>
    <dgm:cxn modelId="{5CDF0A2B-2C1E-411D-8EFB-5A6B81B93492}" type="presParOf" srcId="{0E0E3B62-399D-4FF8-8784-52D02C85ECDB}" destId="{E6BB5E4B-2C64-40B0-8732-9B820D5AFDD5}" srcOrd="9" destOrd="0" presId="urn:microsoft.com/office/officeart/2008/layout/LinedList"/>
    <dgm:cxn modelId="{0E9DD962-9637-40C6-B26A-0F9CA5781175}" type="presParOf" srcId="{E6BB5E4B-2C64-40B0-8732-9B820D5AFDD5}" destId="{11E08729-BDE6-410C-ABB4-1B663203505C}" srcOrd="0" destOrd="0" presId="urn:microsoft.com/office/officeart/2008/layout/LinedList"/>
    <dgm:cxn modelId="{49DFC0A7-5231-415D-88A6-5FC52095AC6C}" type="presParOf" srcId="{E6BB5E4B-2C64-40B0-8732-9B820D5AFDD5}" destId="{522E23CD-A29D-4507-B5C6-559601D6ECD9}" srcOrd="1" destOrd="0" presId="urn:microsoft.com/office/officeart/2008/layout/LinedList"/>
    <dgm:cxn modelId="{0664F33E-C4EF-428D-93EC-FE17CE212AB0}" type="presParOf" srcId="{0E0E3B62-399D-4FF8-8784-52D02C85ECDB}" destId="{80F36E96-F256-49F8-8B3A-303F2A332381}" srcOrd="10" destOrd="0" presId="urn:microsoft.com/office/officeart/2008/layout/LinedList"/>
    <dgm:cxn modelId="{0C33067C-587E-4589-B708-2B0EAA66E8E5}" type="presParOf" srcId="{0E0E3B62-399D-4FF8-8784-52D02C85ECDB}" destId="{13F4935C-F473-4555-8579-9756E7757DE7}" srcOrd="11" destOrd="0" presId="urn:microsoft.com/office/officeart/2008/layout/LinedList"/>
    <dgm:cxn modelId="{34E3AA07-73E6-4086-90FA-DB7E2D80CE5B}" type="presParOf" srcId="{13F4935C-F473-4555-8579-9756E7757DE7}" destId="{4B6A4D4B-AFF5-4543-BFDC-C0F2B5AC54B4}" srcOrd="0" destOrd="0" presId="urn:microsoft.com/office/officeart/2008/layout/LinedList"/>
    <dgm:cxn modelId="{53AC9F2C-EAB0-41A6-8D3A-C26B16BC0305}" type="presParOf" srcId="{13F4935C-F473-4555-8579-9756E7757DE7}" destId="{C01E31B0-E267-453F-98A3-CC5AAD20808B}" srcOrd="1" destOrd="0" presId="urn:microsoft.com/office/officeart/2008/layout/LinedList"/>
    <dgm:cxn modelId="{475A4075-2D6B-4B83-8FF4-71A7B6A7E4FE}" type="presParOf" srcId="{0E0E3B62-399D-4FF8-8784-52D02C85ECDB}" destId="{8D6CBFD8-9359-4604-841F-9184FF53F139}" srcOrd="12" destOrd="0" presId="urn:microsoft.com/office/officeart/2008/layout/LinedList"/>
    <dgm:cxn modelId="{73BCA8C9-DE86-4976-82A0-4093E1DA511A}" type="presParOf" srcId="{0E0E3B62-399D-4FF8-8784-52D02C85ECDB}" destId="{85970235-3AA0-49BF-BB0B-732D49759782}" srcOrd="13" destOrd="0" presId="urn:microsoft.com/office/officeart/2008/layout/LinedList"/>
    <dgm:cxn modelId="{596B3019-1969-4F54-A4C5-19B64EC0113B}" type="presParOf" srcId="{85970235-3AA0-49BF-BB0B-732D49759782}" destId="{FFDC0C3B-80A5-4F96-B1B1-3855CB77C5E3}" srcOrd="0" destOrd="0" presId="urn:microsoft.com/office/officeart/2008/layout/LinedList"/>
    <dgm:cxn modelId="{9A7D4346-A58B-4097-A4CA-CC22BADCF301}" type="presParOf" srcId="{85970235-3AA0-49BF-BB0B-732D49759782}" destId="{9F22070F-CD0F-4068-8FA2-992750BBDA52}" srcOrd="1" destOrd="0" presId="urn:microsoft.com/office/officeart/2008/layout/LinedList"/>
    <dgm:cxn modelId="{E2ADC49D-784B-46B1-9F5B-C603FC18A170}" type="presParOf" srcId="{0E0E3B62-399D-4FF8-8784-52D02C85ECDB}" destId="{FFD13583-3913-4017-A313-EEA8AB5F6EE0}" srcOrd="14" destOrd="0" presId="urn:microsoft.com/office/officeart/2008/layout/LinedList"/>
    <dgm:cxn modelId="{12716201-A63D-445F-A4E3-3F3239013D66}" type="presParOf" srcId="{0E0E3B62-399D-4FF8-8784-52D02C85ECDB}" destId="{4109D601-B796-4C0F-9425-13645B357088}" srcOrd="15" destOrd="0" presId="urn:microsoft.com/office/officeart/2008/layout/LinedList"/>
    <dgm:cxn modelId="{159ED44B-BB24-4D48-9A13-47D4B26B9D34}" type="presParOf" srcId="{4109D601-B796-4C0F-9425-13645B357088}" destId="{38E1EDD5-A601-4F1D-A0B1-A7FE580552E7}" srcOrd="0" destOrd="0" presId="urn:microsoft.com/office/officeart/2008/layout/LinedList"/>
    <dgm:cxn modelId="{DD3BA64B-315E-44A8-A77A-F6A71E8B7777}" type="presParOf" srcId="{4109D601-B796-4C0F-9425-13645B357088}" destId="{315E1ABD-B315-49F3-9B6D-6D6EC50CAB94}" srcOrd="1" destOrd="0" presId="urn:microsoft.com/office/officeart/2008/layout/LinedList"/>
    <dgm:cxn modelId="{8D1D1891-E476-4A5E-BB02-6950E85326E5}" type="presParOf" srcId="{0E0E3B62-399D-4FF8-8784-52D02C85ECDB}" destId="{F362F4DE-3352-4637-8610-8470672BB71B}" srcOrd="16" destOrd="0" presId="urn:microsoft.com/office/officeart/2008/layout/LinedList"/>
    <dgm:cxn modelId="{EF6547E1-62B6-40A1-BAC2-5A082A9A07D0}" type="presParOf" srcId="{0E0E3B62-399D-4FF8-8784-52D02C85ECDB}" destId="{0C7AFC56-D37E-4536-954E-D69573CB7E6D}" srcOrd="17" destOrd="0" presId="urn:microsoft.com/office/officeart/2008/layout/LinedList"/>
    <dgm:cxn modelId="{CEAD8D33-47C0-4EAC-8FA2-F9B932810B4A}" type="presParOf" srcId="{0C7AFC56-D37E-4536-954E-D69573CB7E6D}" destId="{77A15FC0-0C71-4CFB-AD2C-97506DBF5A8F}" srcOrd="0" destOrd="0" presId="urn:microsoft.com/office/officeart/2008/layout/LinedList"/>
    <dgm:cxn modelId="{D68D4153-15CC-4800-8F21-5BF4C539BFDB}" type="presParOf" srcId="{0C7AFC56-D37E-4536-954E-D69573CB7E6D}" destId="{7F1DEF9B-562C-4777-AC9A-305AA4DFEEAE}" srcOrd="1" destOrd="0" presId="urn:microsoft.com/office/officeart/2008/layout/LinedList"/>
    <dgm:cxn modelId="{FE91479E-4EE7-4CBC-836D-1238B56B4424}" type="presParOf" srcId="{0E0E3B62-399D-4FF8-8784-52D02C85ECDB}" destId="{186AA2EB-2DE9-4211-9BF3-799D22FBAAFF}" srcOrd="18" destOrd="0" presId="urn:microsoft.com/office/officeart/2008/layout/LinedList"/>
    <dgm:cxn modelId="{432B823F-8A57-4A01-8A3C-920FA6D5AD22}" type="presParOf" srcId="{0E0E3B62-399D-4FF8-8784-52D02C85ECDB}" destId="{122CE91D-40B9-46CA-A0A6-3E9D88780F15}" srcOrd="19" destOrd="0" presId="urn:microsoft.com/office/officeart/2008/layout/LinedList"/>
    <dgm:cxn modelId="{BA77A7BE-587D-4725-B07E-2EF29CD0E238}" type="presParOf" srcId="{122CE91D-40B9-46CA-A0A6-3E9D88780F15}" destId="{519B1467-DCB7-4015-B4E1-EBDD9522D34D}" srcOrd="0" destOrd="0" presId="urn:microsoft.com/office/officeart/2008/layout/LinedList"/>
    <dgm:cxn modelId="{A33A386F-04C8-4A9E-A5D6-DEFABF479840}" type="presParOf" srcId="{122CE91D-40B9-46CA-A0A6-3E9D88780F15}" destId="{6D4EA682-C9C3-480B-8FBA-2317EAEB08D5}" srcOrd="1" destOrd="0" presId="urn:microsoft.com/office/officeart/2008/layout/LinedList"/>
    <dgm:cxn modelId="{F35E94AF-5183-43BD-891A-50DB2BAFB486}" type="presParOf" srcId="{0E0E3B62-399D-4FF8-8784-52D02C85ECDB}" destId="{1BDF975B-4F71-4A4A-AD4E-651948C04E6A}" srcOrd="20" destOrd="0" presId="urn:microsoft.com/office/officeart/2008/layout/LinedList"/>
    <dgm:cxn modelId="{CE6FCD37-F462-45F2-93E4-9F4D3D97CB63}" type="presParOf" srcId="{0E0E3B62-399D-4FF8-8784-52D02C85ECDB}" destId="{607321B7-DB78-431D-9596-22A114B92E99}" srcOrd="21" destOrd="0" presId="urn:microsoft.com/office/officeart/2008/layout/LinedList"/>
    <dgm:cxn modelId="{57614C61-CB7F-4754-8DBE-921223205532}" type="presParOf" srcId="{607321B7-DB78-431D-9596-22A114B92E99}" destId="{EC0C3CFA-C5FF-4337-A498-36E50340A414}" srcOrd="0" destOrd="0" presId="urn:microsoft.com/office/officeart/2008/layout/LinedList"/>
    <dgm:cxn modelId="{8C3DE75A-AE86-49E5-9347-6279EE204BB5}" type="presParOf" srcId="{607321B7-DB78-431D-9596-22A114B92E99}" destId="{F7C3C485-7BDA-4C34-A9F9-F1EE2F775344}" srcOrd="1" destOrd="0" presId="urn:microsoft.com/office/officeart/2008/layout/LinedList"/>
    <dgm:cxn modelId="{7D461074-E8A7-4A01-ABFF-481F8DE86C79}" type="presParOf" srcId="{0E0E3B62-399D-4FF8-8784-52D02C85ECDB}" destId="{2C9BCBCA-D478-474A-9BE0-1A82DB6366A7}" srcOrd="22" destOrd="0" presId="urn:microsoft.com/office/officeart/2008/layout/LinedList"/>
    <dgm:cxn modelId="{331CF837-3E05-4512-A59D-4BE28960469F}" type="presParOf" srcId="{0E0E3B62-399D-4FF8-8784-52D02C85ECDB}" destId="{ABF73297-98C7-4A8C-A6E7-AFB9E3BFE423}" srcOrd="23" destOrd="0" presId="urn:microsoft.com/office/officeart/2008/layout/LinedList"/>
    <dgm:cxn modelId="{FFFF0711-A6AC-4B38-9591-11B7E135A070}" type="presParOf" srcId="{ABF73297-98C7-4A8C-A6E7-AFB9E3BFE423}" destId="{31C72AC8-CE89-41D8-8390-1B350FC1B96B}" srcOrd="0" destOrd="0" presId="urn:microsoft.com/office/officeart/2008/layout/LinedList"/>
    <dgm:cxn modelId="{F8D00AA9-832F-445E-906C-3CE8E09B1C56}" type="presParOf" srcId="{ABF73297-98C7-4A8C-A6E7-AFB9E3BFE423}" destId="{B8AA7F97-E68A-40AB-98D4-19294598D109}" srcOrd="1" destOrd="0" presId="urn:microsoft.com/office/officeart/2008/layout/LinedList"/>
    <dgm:cxn modelId="{B5216209-22F2-433A-B992-E3A88BBE74A9}" type="presParOf" srcId="{0E0E3B62-399D-4FF8-8784-52D02C85ECDB}" destId="{80AF1DC3-CB34-4277-BC29-C1CA066696E4}" srcOrd="24" destOrd="0" presId="urn:microsoft.com/office/officeart/2008/layout/LinedList"/>
    <dgm:cxn modelId="{59DDE6C6-1B8C-4DCF-968B-AB9701898858}" type="presParOf" srcId="{0E0E3B62-399D-4FF8-8784-52D02C85ECDB}" destId="{700F082E-985A-4ED4-90AB-80A8C443698E}" srcOrd="25" destOrd="0" presId="urn:microsoft.com/office/officeart/2008/layout/LinedList"/>
    <dgm:cxn modelId="{34C55DC2-38E6-4B1F-BA21-EEDE63B51D96}" type="presParOf" srcId="{700F082E-985A-4ED4-90AB-80A8C443698E}" destId="{2A766D6A-AAE8-4397-BD6D-A790AFD47DDC}" srcOrd="0" destOrd="0" presId="urn:microsoft.com/office/officeart/2008/layout/LinedList"/>
    <dgm:cxn modelId="{557872BD-BB54-4074-B096-CBB5F0D31504}" type="presParOf" srcId="{700F082E-985A-4ED4-90AB-80A8C443698E}" destId="{E0F7F215-B73A-40C0-B742-7E811DE48656}" srcOrd="1" destOrd="0" presId="urn:microsoft.com/office/officeart/2008/layout/LinedList"/>
    <dgm:cxn modelId="{3F07CCE3-BC32-4E04-A0C2-0AAD22081392}" type="presParOf" srcId="{0E0E3B62-399D-4FF8-8784-52D02C85ECDB}" destId="{8A19A9E2-D1D7-4FE7-8309-1EDED4B6002F}" srcOrd="26" destOrd="0" presId="urn:microsoft.com/office/officeart/2008/layout/LinedList"/>
    <dgm:cxn modelId="{D2E5DC14-8887-4FEB-834F-FC06B8AC8789}" type="presParOf" srcId="{0E0E3B62-399D-4FF8-8784-52D02C85ECDB}" destId="{DB46B378-BD90-44E9-825D-67D6C1C4F739}" srcOrd="27" destOrd="0" presId="urn:microsoft.com/office/officeart/2008/layout/LinedList"/>
    <dgm:cxn modelId="{D44CDEF8-3292-4918-994C-0BF150962112}" type="presParOf" srcId="{DB46B378-BD90-44E9-825D-67D6C1C4F739}" destId="{38523E48-D1C3-4966-8DE0-B37C59DC6067}" srcOrd="0" destOrd="0" presId="urn:microsoft.com/office/officeart/2008/layout/LinedList"/>
    <dgm:cxn modelId="{5EA41970-22A5-4CF7-B570-5B9A671D73DF}" type="presParOf" srcId="{DB46B378-BD90-44E9-825D-67D6C1C4F739}" destId="{6EDE2E05-371B-4C0E-A7CC-7F45C4FDDAA2}" srcOrd="1" destOrd="0" presId="urn:microsoft.com/office/officeart/2008/layout/LinedList"/>
    <dgm:cxn modelId="{4A7EE7FC-FE96-4982-B1FB-0CC03A28735E}" type="presParOf" srcId="{0E0E3B62-399D-4FF8-8784-52D02C85ECDB}" destId="{DD319332-EFB0-4B61-9C4B-1C4396CCBE06}" srcOrd="28" destOrd="0" presId="urn:microsoft.com/office/officeart/2008/layout/LinedList"/>
    <dgm:cxn modelId="{C48DA9C0-78CB-4F25-80C3-04B2113E3B02}" type="presParOf" srcId="{0E0E3B62-399D-4FF8-8784-52D02C85ECDB}" destId="{C7522127-DE15-432F-83B1-E19D15A62BC4}" srcOrd="29" destOrd="0" presId="urn:microsoft.com/office/officeart/2008/layout/LinedList"/>
    <dgm:cxn modelId="{E117B74B-28B6-4383-BC0C-E36853131027}" type="presParOf" srcId="{C7522127-DE15-432F-83B1-E19D15A62BC4}" destId="{DB8376CF-AE2E-4138-9592-E75BEBFAD95A}" srcOrd="0" destOrd="0" presId="urn:microsoft.com/office/officeart/2008/layout/LinedList"/>
    <dgm:cxn modelId="{C432948A-FEB3-4B2B-B386-398115B09B98}" type="presParOf" srcId="{C7522127-DE15-432F-83B1-E19D15A62BC4}" destId="{45E8C545-77B8-4149-9161-F49BCAC75C08}" srcOrd="1" destOrd="0" presId="urn:microsoft.com/office/officeart/2008/layout/LinedList"/>
    <dgm:cxn modelId="{32F54187-D30B-4073-8DA9-DC6E665DE145}" type="presParOf" srcId="{0E0E3B62-399D-4FF8-8784-52D02C85ECDB}" destId="{53A41454-69A1-48F3-A6BD-FDFBF60E82C5}" srcOrd="30" destOrd="0" presId="urn:microsoft.com/office/officeart/2008/layout/LinedList"/>
    <dgm:cxn modelId="{33980DF1-1D45-4065-B55B-2A387CF9E75E}" type="presParOf" srcId="{0E0E3B62-399D-4FF8-8784-52D02C85ECDB}" destId="{53FDDAEA-EE10-4898-BD61-C3EB42259F3D}" srcOrd="31" destOrd="0" presId="urn:microsoft.com/office/officeart/2008/layout/LinedList"/>
    <dgm:cxn modelId="{D2B2041B-0DD8-43F8-BCBA-0572F4E0254E}" type="presParOf" srcId="{53FDDAEA-EE10-4898-BD61-C3EB42259F3D}" destId="{3D7E5004-3353-411D-A1F7-B64E03A7DA33}" srcOrd="0" destOrd="0" presId="urn:microsoft.com/office/officeart/2008/layout/LinedList"/>
    <dgm:cxn modelId="{405398A6-AE7F-4B20-8362-764B3215EFCE}" type="presParOf" srcId="{53FDDAEA-EE10-4898-BD61-C3EB42259F3D}" destId="{8797426C-0BF2-452B-AED2-5C34BED45337}" srcOrd="1" destOrd="0" presId="urn:microsoft.com/office/officeart/2008/layout/LinedList"/>
    <dgm:cxn modelId="{7BA4C1DA-C63B-4C63-972A-99B78BB2C767}" type="presParOf" srcId="{0E0E3B62-399D-4FF8-8784-52D02C85ECDB}" destId="{C936CE36-818F-4508-AB86-18380DC10C48}" srcOrd="32" destOrd="0" presId="urn:microsoft.com/office/officeart/2008/layout/LinedList"/>
    <dgm:cxn modelId="{C66603B7-3872-42DB-9F33-EF25AC52E88C}" type="presParOf" srcId="{0E0E3B62-399D-4FF8-8784-52D02C85ECDB}" destId="{6C0324E7-7C38-479B-BCFF-5F8C83AEC884}" srcOrd="33" destOrd="0" presId="urn:microsoft.com/office/officeart/2008/layout/LinedList"/>
    <dgm:cxn modelId="{558B1EB0-B363-42C8-925A-C760271796E9}" type="presParOf" srcId="{6C0324E7-7C38-479B-BCFF-5F8C83AEC884}" destId="{C09136C2-57A9-4531-9B18-F2757C415BCB}" srcOrd="0" destOrd="0" presId="urn:microsoft.com/office/officeart/2008/layout/LinedList"/>
    <dgm:cxn modelId="{3E20F161-06E4-4238-AC4E-2189D063A85D}" type="presParOf" srcId="{6C0324E7-7C38-479B-BCFF-5F8C83AEC884}" destId="{A74F49F6-D5AD-44B0-AA3E-111030D021E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6F4930-AB65-4B42-9F5E-F10EB13FEB5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A900C5-2947-48AA-911F-9A7174F0EEA0}">
      <dgm:prSet/>
      <dgm:spPr/>
      <dgm:t>
        <a:bodyPr/>
        <a:lstStyle/>
        <a:p>
          <a:r>
            <a:rPr lang="en-IN" b="1"/>
            <a:t>Recommendations</a:t>
          </a:r>
          <a:endParaRPr lang="en-US"/>
        </a:p>
      </dgm:t>
    </dgm:pt>
    <dgm:pt modelId="{7A3C2597-C61B-4642-A11B-D8A5DFF7220A}" type="parTrans" cxnId="{90C0A12E-6580-4217-BB00-DBC0B26950CA}">
      <dgm:prSet/>
      <dgm:spPr/>
      <dgm:t>
        <a:bodyPr/>
        <a:lstStyle/>
        <a:p>
          <a:endParaRPr lang="en-US"/>
        </a:p>
      </dgm:t>
    </dgm:pt>
    <dgm:pt modelId="{F73885FE-FD20-43A1-9BEB-9C0C05F9D871}" type="sibTrans" cxnId="{90C0A12E-6580-4217-BB00-DBC0B26950CA}">
      <dgm:prSet/>
      <dgm:spPr/>
      <dgm:t>
        <a:bodyPr/>
        <a:lstStyle/>
        <a:p>
          <a:endParaRPr lang="en-US"/>
        </a:p>
      </dgm:t>
    </dgm:pt>
    <dgm:pt modelId="{F5E4680C-1969-4BEA-B323-F8E81C45A1C4}">
      <dgm:prSet/>
      <dgm:spPr/>
      <dgm:t>
        <a:bodyPr/>
        <a:lstStyle/>
        <a:p>
          <a:r>
            <a:rPr lang="en-IN"/>
            <a:t>Increase inventory for Electronics products. </a:t>
          </a:r>
          <a:endParaRPr lang="en-US"/>
        </a:p>
      </dgm:t>
    </dgm:pt>
    <dgm:pt modelId="{53F99C7B-451B-4EB7-8249-51D54B4526DF}" type="parTrans" cxnId="{E6D02967-B143-4A6D-9FBE-C702B1EB04C9}">
      <dgm:prSet/>
      <dgm:spPr/>
      <dgm:t>
        <a:bodyPr/>
        <a:lstStyle/>
        <a:p>
          <a:endParaRPr lang="en-US"/>
        </a:p>
      </dgm:t>
    </dgm:pt>
    <dgm:pt modelId="{0CDAE821-590B-4783-B2DE-E775EBAFD199}" type="sibTrans" cxnId="{E6D02967-B143-4A6D-9FBE-C702B1EB04C9}">
      <dgm:prSet/>
      <dgm:spPr/>
      <dgm:t>
        <a:bodyPr/>
        <a:lstStyle/>
        <a:p>
          <a:endParaRPr lang="en-US"/>
        </a:p>
      </dgm:t>
    </dgm:pt>
    <dgm:pt modelId="{875B23A5-2B43-44B9-889D-028FE53CEF2F}">
      <dgm:prSet/>
      <dgm:spPr/>
      <dgm:t>
        <a:bodyPr/>
        <a:lstStyle/>
        <a:p>
          <a:r>
            <a:rPr lang="en-IN"/>
            <a:t>Launch marketing campaigns targeting Adult customers. </a:t>
          </a:r>
          <a:endParaRPr lang="en-US"/>
        </a:p>
      </dgm:t>
    </dgm:pt>
    <dgm:pt modelId="{15B2308F-1245-466B-9A0A-D66254909A4D}" type="parTrans" cxnId="{E27CD106-442B-4CD2-AE74-95E938D9C42F}">
      <dgm:prSet/>
      <dgm:spPr/>
      <dgm:t>
        <a:bodyPr/>
        <a:lstStyle/>
        <a:p>
          <a:endParaRPr lang="en-US"/>
        </a:p>
      </dgm:t>
    </dgm:pt>
    <dgm:pt modelId="{0CD4263E-3954-4277-A262-D4A4B1236192}" type="sibTrans" cxnId="{E27CD106-442B-4CD2-AE74-95E938D9C42F}">
      <dgm:prSet/>
      <dgm:spPr/>
      <dgm:t>
        <a:bodyPr/>
        <a:lstStyle/>
        <a:p>
          <a:endParaRPr lang="en-US"/>
        </a:p>
      </dgm:t>
    </dgm:pt>
    <dgm:pt modelId="{171B2881-74C2-480A-AC22-0685DD534457}">
      <dgm:prSet/>
      <dgm:spPr/>
      <dgm:t>
        <a:bodyPr/>
        <a:lstStyle/>
        <a:p>
          <a:r>
            <a:rPr lang="en-IN"/>
            <a:t>Prepare promotional offers before October. </a:t>
          </a:r>
          <a:endParaRPr lang="en-US"/>
        </a:p>
      </dgm:t>
    </dgm:pt>
    <dgm:pt modelId="{9F59BE15-6450-42B8-9965-A1577232D3DA}" type="parTrans" cxnId="{4ECE7255-C8D7-4C89-BF70-DAD8AF9854E0}">
      <dgm:prSet/>
      <dgm:spPr/>
      <dgm:t>
        <a:bodyPr/>
        <a:lstStyle/>
        <a:p>
          <a:endParaRPr lang="en-US"/>
        </a:p>
      </dgm:t>
    </dgm:pt>
    <dgm:pt modelId="{67CDE289-2172-4469-B7C3-9E48910E36E8}" type="sibTrans" cxnId="{4ECE7255-C8D7-4C89-BF70-DAD8AF9854E0}">
      <dgm:prSet/>
      <dgm:spPr/>
      <dgm:t>
        <a:bodyPr/>
        <a:lstStyle/>
        <a:p>
          <a:endParaRPr lang="en-US"/>
        </a:p>
      </dgm:t>
    </dgm:pt>
    <dgm:pt modelId="{3C1452BA-0478-4AA1-83D0-B1FD0ABEB78E}">
      <dgm:prSet/>
      <dgm:spPr/>
      <dgm:t>
        <a:bodyPr/>
        <a:lstStyle/>
        <a:p>
          <a:r>
            <a:rPr lang="en-IN"/>
            <a:t>Improve sales of lower-performing categories. </a:t>
          </a:r>
          <a:endParaRPr lang="en-US"/>
        </a:p>
      </dgm:t>
    </dgm:pt>
    <dgm:pt modelId="{1F69DF4D-B3DF-49EA-A266-BD2F83073276}" type="parTrans" cxnId="{C7984AF3-4278-420C-BFE2-EA62FD9BD496}">
      <dgm:prSet/>
      <dgm:spPr/>
      <dgm:t>
        <a:bodyPr/>
        <a:lstStyle/>
        <a:p>
          <a:endParaRPr lang="en-US"/>
        </a:p>
      </dgm:t>
    </dgm:pt>
    <dgm:pt modelId="{DF3794B9-940A-4849-A27D-53FDBA5CE92C}" type="sibTrans" cxnId="{C7984AF3-4278-420C-BFE2-EA62FD9BD496}">
      <dgm:prSet/>
      <dgm:spPr/>
      <dgm:t>
        <a:bodyPr/>
        <a:lstStyle/>
        <a:p>
          <a:endParaRPr lang="en-US"/>
        </a:p>
      </dgm:t>
    </dgm:pt>
    <dgm:pt modelId="{FE0D5163-A2F2-4B68-9A6E-639443705821}">
      <dgm:prSet/>
      <dgm:spPr/>
      <dgm:t>
        <a:bodyPr/>
        <a:lstStyle/>
        <a:p>
          <a:r>
            <a:rPr lang="en-IN"/>
            <a:t>Use dashboard filters to monitor sales performance regularly. </a:t>
          </a:r>
          <a:endParaRPr lang="en-US"/>
        </a:p>
      </dgm:t>
    </dgm:pt>
    <dgm:pt modelId="{5C650056-ADEB-4143-B3C3-49D99D4BEEB7}" type="parTrans" cxnId="{F237EE44-C2E0-4227-9D54-71804E76031F}">
      <dgm:prSet/>
      <dgm:spPr/>
      <dgm:t>
        <a:bodyPr/>
        <a:lstStyle/>
        <a:p>
          <a:endParaRPr lang="en-US"/>
        </a:p>
      </dgm:t>
    </dgm:pt>
    <dgm:pt modelId="{4FDE756B-D7C6-45A3-A3B6-EB3F8401B2E1}" type="sibTrans" cxnId="{F237EE44-C2E0-4227-9D54-71804E76031F}">
      <dgm:prSet/>
      <dgm:spPr/>
      <dgm:t>
        <a:bodyPr/>
        <a:lstStyle/>
        <a:p>
          <a:endParaRPr lang="en-US"/>
        </a:p>
      </dgm:t>
    </dgm:pt>
    <dgm:pt modelId="{E59D7D0C-29BE-4F00-9CE7-34F3CE664FF5}" type="pres">
      <dgm:prSet presAssocID="{D06F4930-AB65-4B42-9F5E-F10EB13FEB5B}" presName="root" presStyleCnt="0">
        <dgm:presLayoutVars>
          <dgm:dir/>
          <dgm:resizeHandles val="exact"/>
        </dgm:presLayoutVars>
      </dgm:prSet>
      <dgm:spPr/>
    </dgm:pt>
    <dgm:pt modelId="{39C2C26A-5F32-4086-AB25-5413D2BF0515}" type="pres">
      <dgm:prSet presAssocID="{DFA900C5-2947-48AA-911F-9A7174F0EEA0}" presName="compNode" presStyleCnt="0"/>
      <dgm:spPr/>
    </dgm:pt>
    <dgm:pt modelId="{66CC0389-37BB-4044-B2E2-032870EC3406}" type="pres">
      <dgm:prSet presAssocID="{DFA900C5-2947-48AA-911F-9A7174F0EEA0}" presName="bgRect" presStyleLbl="bgShp" presStyleIdx="0" presStyleCnt="6"/>
      <dgm:spPr/>
    </dgm:pt>
    <dgm:pt modelId="{1C9AB238-F601-48AC-A419-DD3F6EDE9E07}" type="pres">
      <dgm:prSet presAssocID="{DFA900C5-2947-48AA-911F-9A7174F0EEA0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228052D3-9F6F-4C34-82C8-E085D305E806}" type="pres">
      <dgm:prSet presAssocID="{DFA900C5-2947-48AA-911F-9A7174F0EEA0}" presName="spaceRect" presStyleCnt="0"/>
      <dgm:spPr/>
    </dgm:pt>
    <dgm:pt modelId="{70E68B43-7459-4033-9F12-A10D9FD43A5C}" type="pres">
      <dgm:prSet presAssocID="{DFA900C5-2947-48AA-911F-9A7174F0EEA0}" presName="parTx" presStyleLbl="revTx" presStyleIdx="0" presStyleCnt="6">
        <dgm:presLayoutVars>
          <dgm:chMax val="0"/>
          <dgm:chPref val="0"/>
        </dgm:presLayoutVars>
      </dgm:prSet>
      <dgm:spPr/>
    </dgm:pt>
    <dgm:pt modelId="{07891FD9-153F-43D7-89AE-BEF1419908F7}" type="pres">
      <dgm:prSet presAssocID="{F73885FE-FD20-43A1-9BEB-9C0C05F9D871}" presName="sibTrans" presStyleCnt="0"/>
      <dgm:spPr/>
    </dgm:pt>
    <dgm:pt modelId="{6A6C722A-69DE-4CCE-B132-C771A51FEB71}" type="pres">
      <dgm:prSet presAssocID="{F5E4680C-1969-4BEA-B323-F8E81C45A1C4}" presName="compNode" presStyleCnt="0"/>
      <dgm:spPr/>
    </dgm:pt>
    <dgm:pt modelId="{F986E2A9-AA10-49DA-A601-F43F7BACAFE3}" type="pres">
      <dgm:prSet presAssocID="{F5E4680C-1969-4BEA-B323-F8E81C45A1C4}" presName="bgRect" presStyleLbl="bgShp" presStyleIdx="1" presStyleCnt="6"/>
      <dgm:spPr/>
    </dgm:pt>
    <dgm:pt modelId="{001CBCC4-B551-4835-B49D-D96972505A38}" type="pres">
      <dgm:prSet presAssocID="{F5E4680C-1969-4BEA-B323-F8E81C45A1C4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685A83DE-BCB5-4D9D-8A8A-3E7A71A56DFE}" type="pres">
      <dgm:prSet presAssocID="{F5E4680C-1969-4BEA-B323-F8E81C45A1C4}" presName="spaceRect" presStyleCnt="0"/>
      <dgm:spPr/>
    </dgm:pt>
    <dgm:pt modelId="{3E221D22-4AC3-4B03-8559-4E5CF993B306}" type="pres">
      <dgm:prSet presAssocID="{F5E4680C-1969-4BEA-B323-F8E81C45A1C4}" presName="parTx" presStyleLbl="revTx" presStyleIdx="1" presStyleCnt="6">
        <dgm:presLayoutVars>
          <dgm:chMax val="0"/>
          <dgm:chPref val="0"/>
        </dgm:presLayoutVars>
      </dgm:prSet>
      <dgm:spPr/>
    </dgm:pt>
    <dgm:pt modelId="{EF8A3365-2679-4057-B814-7548CF02504F}" type="pres">
      <dgm:prSet presAssocID="{0CDAE821-590B-4783-B2DE-E775EBAFD199}" presName="sibTrans" presStyleCnt="0"/>
      <dgm:spPr/>
    </dgm:pt>
    <dgm:pt modelId="{D8E735D3-6E8C-4A00-B37E-C3FB607FB8C7}" type="pres">
      <dgm:prSet presAssocID="{875B23A5-2B43-44B9-889D-028FE53CEF2F}" presName="compNode" presStyleCnt="0"/>
      <dgm:spPr/>
    </dgm:pt>
    <dgm:pt modelId="{94A7A762-4E10-4CD1-A1E9-654296F91A22}" type="pres">
      <dgm:prSet presAssocID="{875B23A5-2B43-44B9-889D-028FE53CEF2F}" presName="bgRect" presStyleLbl="bgShp" presStyleIdx="2" presStyleCnt="6"/>
      <dgm:spPr/>
    </dgm:pt>
    <dgm:pt modelId="{E01C6461-70F1-4A11-8627-25B9A9E7F0BF}" type="pres">
      <dgm:prSet presAssocID="{875B23A5-2B43-44B9-889D-028FE53CEF2F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35526281-FAF1-468F-AFF3-9BAF28DA4B2C}" type="pres">
      <dgm:prSet presAssocID="{875B23A5-2B43-44B9-889D-028FE53CEF2F}" presName="spaceRect" presStyleCnt="0"/>
      <dgm:spPr/>
    </dgm:pt>
    <dgm:pt modelId="{475E8134-33C1-4AE6-83AB-F356946001FC}" type="pres">
      <dgm:prSet presAssocID="{875B23A5-2B43-44B9-889D-028FE53CEF2F}" presName="parTx" presStyleLbl="revTx" presStyleIdx="2" presStyleCnt="6">
        <dgm:presLayoutVars>
          <dgm:chMax val="0"/>
          <dgm:chPref val="0"/>
        </dgm:presLayoutVars>
      </dgm:prSet>
      <dgm:spPr/>
    </dgm:pt>
    <dgm:pt modelId="{00F0A4FD-D8B2-4396-8FE3-9CABE1477070}" type="pres">
      <dgm:prSet presAssocID="{0CD4263E-3954-4277-A262-D4A4B1236192}" presName="sibTrans" presStyleCnt="0"/>
      <dgm:spPr/>
    </dgm:pt>
    <dgm:pt modelId="{08D4CD22-8A9C-4DA6-AE5C-BB4E46FD1942}" type="pres">
      <dgm:prSet presAssocID="{171B2881-74C2-480A-AC22-0685DD534457}" presName="compNode" presStyleCnt="0"/>
      <dgm:spPr/>
    </dgm:pt>
    <dgm:pt modelId="{402DE03A-5274-4E6A-BBCA-56E4A2B3F311}" type="pres">
      <dgm:prSet presAssocID="{171B2881-74C2-480A-AC22-0685DD534457}" presName="bgRect" presStyleLbl="bgShp" presStyleIdx="3" presStyleCnt="6"/>
      <dgm:spPr/>
    </dgm:pt>
    <dgm:pt modelId="{503DEB19-84AB-4C08-9ADE-A55BACEC68A7}" type="pres">
      <dgm:prSet presAssocID="{171B2881-74C2-480A-AC22-0685DD534457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D70C8996-E721-4116-A671-979F4D6C0143}" type="pres">
      <dgm:prSet presAssocID="{171B2881-74C2-480A-AC22-0685DD534457}" presName="spaceRect" presStyleCnt="0"/>
      <dgm:spPr/>
    </dgm:pt>
    <dgm:pt modelId="{40C81CB0-A624-4130-809E-CF4CC69C61C2}" type="pres">
      <dgm:prSet presAssocID="{171B2881-74C2-480A-AC22-0685DD534457}" presName="parTx" presStyleLbl="revTx" presStyleIdx="3" presStyleCnt="6">
        <dgm:presLayoutVars>
          <dgm:chMax val="0"/>
          <dgm:chPref val="0"/>
        </dgm:presLayoutVars>
      </dgm:prSet>
      <dgm:spPr/>
    </dgm:pt>
    <dgm:pt modelId="{0B71E018-F779-4B99-8C2D-1C4AA531560B}" type="pres">
      <dgm:prSet presAssocID="{67CDE289-2172-4469-B7C3-9E48910E36E8}" presName="sibTrans" presStyleCnt="0"/>
      <dgm:spPr/>
    </dgm:pt>
    <dgm:pt modelId="{5C0AAC64-F780-4008-AC6C-C5D7FCDE9DB5}" type="pres">
      <dgm:prSet presAssocID="{3C1452BA-0478-4AA1-83D0-B1FD0ABEB78E}" presName="compNode" presStyleCnt="0"/>
      <dgm:spPr/>
    </dgm:pt>
    <dgm:pt modelId="{05BD1D27-3096-4F35-8710-47CA5FC9BD2A}" type="pres">
      <dgm:prSet presAssocID="{3C1452BA-0478-4AA1-83D0-B1FD0ABEB78E}" presName="bgRect" presStyleLbl="bgShp" presStyleIdx="4" presStyleCnt="6"/>
      <dgm:spPr/>
    </dgm:pt>
    <dgm:pt modelId="{410904AF-422A-4868-9562-7A1810B9BF6F}" type="pres">
      <dgm:prSet presAssocID="{3C1452BA-0478-4AA1-83D0-B1FD0ABEB78E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34A25A6-C4BC-4866-BF0D-C4282B4C42A6}" type="pres">
      <dgm:prSet presAssocID="{3C1452BA-0478-4AA1-83D0-B1FD0ABEB78E}" presName="spaceRect" presStyleCnt="0"/>
      <dgm:spPr/>
    </dgm:pt>
    <dgm:pt modelId="{721EF3B8-468A-48FC-A441-6C1593109F87}" type="pres">
      <dgm:prSet presAssocID="{3C1452BA-0478-4AA1-83D0-B1FD0ABEB78E}" presName="parTx" presStyleLbl="revTx" presStyleIdx="4" presStyleCnt="6">
        <dgm:presLayoutVars>
          <dgm:chMax val="0"/>
          <dgm:chPref val="0"/>
        </dgm:presLayoutVars>
      </dgm:prSet>
      <dgm:spPr/>
    </dgm:pt>
    <dgm:pt modelId="{CC88BC14-B9B6-4B61-8BD1-C1CB97EE4A84}" type="pres">
      <dgm:prSet presAssocID="{DF3794B9-940A-4849-A27D-53FDBA5CE92C}" presName="sibTrans" presStyleCnt="0"/>
      <dgm:spPr/>
    </dgm:pt>
    <dgm:pt modelId="{82169060-6F8D-4125-A758-35FA9A62C331}" type="pres">
      <dgm:prSet presAssocID="{FE0D5163-A2F2-4B68-9A6E-639443705821}" presName="compNode" presStyleCnt="0"/>
      <dgm:spPr/>
    </dgm:pt>
    <dgm:pt modelId="{FB21B03B-F80C-4FD6-B8A5-2B55F1EEEFAE}" type="pres">
      <dgm:prSet presAssocID="{FE0D5163-A2F2-4B68-9A6E-639443705821}" presName="bgRect" presStyleLbl="bgShp" presStyleIdx="5" presStyleCnt="6"/>
      <dgm:spPr/>
    </dgm:pt>
    <dgm:pt modelId="{7DAC79BA-2417-4C27-A559-28CD4E8931E9}" type="pres">
      <dgm:prSet presAssocID="{FE0D5163-A2F2-4B68-9A6E-639443705821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29E08528-9E01-480F-BFD5-D3DEBE6194B2}" type="pres">
      <dgm:prSet presAssocID="{FE0D5163-A2F2-4B68-9A6E-639443705821}" presName="spaceRect" presStyleCnt="0"/>
      <dgm:spPr/>
    </dgm:pt>
    <dgm:pt modelId="{2716C070-5D08-43C9-8C51-FFBD10E88092}" type="pres">
      <dgm:prSet presAssocID="{FE0D5163-A2F2-4B68-9A6E-639443705821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27CD106-442B-4CD2-AE74-95E938D9C42F}" srcId="{D06F4930-AB65-4B42-9F5E-F10EB13FEB5B}" destId="{875B23A5-2B43-44B9-889D-028FE53CEF2F}" srcOrd="2" destOrd="0" parTransId="{15B2308F-1245-466B-9A0A-D66254909A4D}" sibTransId="{0CD4263E-3954-4277-A262-D4A4B1236192}"/>
    <dgm:cxn modelId="{90C0A12E-6580-4217-BB00-DBC0B26950CA}" srcId="{D06F4930-AB65-4B42-9F5E-F10EB13FEB5B}" destId="{DFA900C5-2947-48AA-911F-9A7174F0EEA0}" srcOrd="0" destOrd="0" parTransId="{7A3C2597-C61B-4642-A11B-D8A5DFF7220A}" sibTransId="{F73885FE-FD20-43A1-9BEB-9C0C05F9D871}"/>
    <dgm:cxn modelId="{80A35031-AA06-427E-A7C0-9BCC227BE763}" type="presOf" srcId="{DFA900C5-2947-48AA-911F-9A7174F0EEA0}" destId="{70E68B43-7459-4033-9F12-A10D9FD43A5C}" srcOrd="0" destOrd="0" presId="urn:microsoft.com/office/officeart/2018/2/layout/IconVerticalSolidList"/>
    <dgm:cxn modelId="{C38FBD36-AD09-4EBF-BAC8-15F0930641F6}" type="presOf" srcId="{171B2881-74C2-480A-AC22-0685DD534457}" destId="{40C81CB0-A624-4130-809E-CF4CC69C61C2}" srcOrd="0" destOrd="0" presId="urn:microsoft.com/office/officeart/2018/2/layout/IconVerticalSolidList"/>
    <dgm:cxn modelId="{F237EE44-C2E0-4227-9D54-71804E76031F}" srcId="{D06F4930-AB65-4B42-9F5E-F10EB13FEB5B}" destId="{FE0D5163-A2F2-4B68-9A6E-639443705821}" srcOrd="5" destOrd="0" parTransId="{5C650056-ADEB-4143-B3C3-49D99D4BEEB7}" sibTransId="{4FDE756B-D7C6-45A3-A3B6-EB3F8401B2E1}"/>
    <dgm:cxn modelId="{E6D02967-B143-4A6D-9FBE-C702B1EB04C9}" srcId="{D06F4930-AB65-4B42-9F5E-F10EB13FEB5B}" destId="{F5E4680C-1969-4BEA-B323-F8E81C45A1C4}" srcOrd="1" destOrd="0" parTransId="{53F99C7B-451B-4EB7-8249-51D54B4526DF}" sibTransId="{0CDAE821-590B-4783-B2DE-E775EBAFD199}"/>
    <dgm:cxn modelId="{3818BA71-8DAD-441D-B2D9-25142A0F5EF4}" type="presOf" srcId="{875B23A5-2B43-44B9-889D-028FE53CEF2F}" destId="{475E8134-33C1-4AE6-83AB-F356946001FC}" srcOrd="0" destOrd="0" presId="urn:microsoft.com/office/officeart/2018/2/layout/IconVerticalSolidList"/>
    <dgm:cxn modelId="{4ECE7255-C8D7-4C89-BF70-DAD8AF9854E0}" srcId="{D06F4930-AB65-4B42-9F5E-F10EB13FEB5B}" destId="{171B2881-74C2-480A-AC22-0685DD534457}" srcOrd="3" destOrd="0" parTransId="{9F59BE15-6450-42B8-9965-A1577232D3DA}" sibTransId="{67CDE289-2172-4469-B7C3-9E48910E36E8}"/>
    <dgm:cxn modelId="{F06647CC-B134-407F-AEE8-82B4C2D3438C}" type="presOf" srcId="{F5E4680C-1969-4BEA-B323-F8E81C45A1C4}" destId="{3E221D22-4AC3-4B03-8559-4E5CF993B306}" srcOrd="0" destOrd="0" presId="urn:microsoft.com/office/officeart/2018/2/layout/IconVerticalSolidList"/>
    <dgm:cxn modelId="{5CFF02EF-54A1-49D5-985C-B72A1EA16E71}" type="presOf" srcId="{FE0D5163-A2F2-4B68-9A6E-639443705821}" destId="{2716C070-5D08-43C9-8C51-FFBD10E88092}" srcOrd="0" destOrd="0" presId="urn:microsoft.com/office/officeart/2018/2/layout/IconVerticalSolidList"/>
    <dgm:cxn modelId="{C7984AF3-4278-420C-BFE2-EA62FD9BD496}" srcId="{D06F4930-AB65-4B42-9F5E-F10EB13FEB5B}" destId="{3C1452BA-0478-4AA1-83D0-B1FD0ABEB78E}" srcOrd="4" destOrd="0" parTransId="{1F69DF4D-B3DF-49EA-A266-BD2F83073276}" sibTransId="{DF3794B9-940A-4849-A27D-53FDBA5CE92C}"/>
    <dgm:cxn modelId="{0C4FDFFD-96D7-4EF7-B815-5986C80CC3D7}" type="presOf" srcId="{D06F4930-AB65-4B42-9F5E-F10EB13FEB5B}" destId="{E59D7D0C-29BE-4F00-9CE7-34F3CE664FF5}" srcOrd="0" destOrd="0" presId="urn:microsoft.com/office/officeart/2018/2/layout/IconVerticalSolidList"/>
    <dgm:cxn modelId="{BEFC6AFF-69E5-47F3-A584-D836ECAE6381}" type="presOf" srcId="{3C1452BA-0478-4AA1-83D0-B1FD0ABEB78E}" destId="{721EF3B8-468A-48FC-A441-6C1593109F87}" srcOrd="0" destOrd="0" presId="urn:microsoft.com/office/officeart/2018/2/layout/IconVerticalSolidList"/>
    <dgm:cxn modelId="{8F21E8D4-AE8A-474E-99D6-18B75A16B3F9}" type="presParOf" srcId="{E59D7D0C-29BE-4F00-9CE7-34F3CE664FF5}" destId="{39C2C26A-5F32-4086-AB25-5413D2BF0515}" srcOrd="0" destOrd="0" presId="urn:microsoft.com/office/officeart/2018/2/layout/IconVerticalSolidList"/>
    <dgm:cxn modelId="{7116A9D7-C774-4D86-A493-36B8F307AB6D}" type="presParOf" srcId="{39C2C26A-5F32-4086-AB25-5413D2BF0515}" destId="{66CC0389-37BB-4044-B2E2-032870EC3406}" srcOrd="0" destOrd="0" presId="urn:microsoft.com/office/officeart/2018/2/layout/IconVerticalSolidList"/>
    <dgm:cxn modelId="{462427C1-56CE-4005-A811-AE0CC0F1EFC8}" type="presParOf" srcId="{39C2C26A-5F32-4086-AB25-5413D2BF0515}" destId="{1C9AB238-F601-48AC-A419-DD3F6EDE9E07}" srcOrd="1" destOrd="0" presId="urn:microsoft.com/office/officeart/2018/2/layout/IconVerticalSolidList"/>
    <dgm:cxn modelId="{E5E1964A-5BCC-435F-BEB7-0DEE92A29E56}" type="presParOf" srcId="{39C2C26A-5F32-4086-AB25-5413D2BF0515}" destId="{228052D3-9F6F-4C34-82C8-E085D305E806}" srcOrd="2" destOrd="0" presId="urn:microsoft.com/office/officeart/2018/2/layout/IconVerticalSolidList"/>
    <dgm:cxn modelId="{1302B20D-5AEC-4407-859E-BCBD6259305D}" type="presParOf" srcId="{39C2C26A-5F32-4086-AB25-5413D2BF0515}" destId="{70E68B43-7459-4033-9F12-A10D9FD43A5C}" srcOrd="3" destOrd="0" presId="urn:microsoft.com/office/officeart/2018/2/layout/IconVerticalSolidList"/>
    <dgm:cxn modelId="{1A76D3E3-8551-46F1-B5B0-DEFC0E56E15F}" type="presParOf" srcId="{E59D7D0C-29BE-4F00-9CE7-34F3CE664FF5}" destId="{07891FD9-153F-43D7-89AE-BEF1419908F7}" srcOrd="1" destOrd="0" presId="urn:microsoft.com/office/officeart/2018/2/layout/IconVerticalSolidList"/>
    <dgm:cxn modelId="{0137AC26-C3E5-4D62-84A1-EF3478F75142}" type="presParOf" srcId="{E59D7D0C-29BE-4F00-9CE7-34F3CE664FF5}" destId="{6A6C722A-69DE-4CCE-B132-C771A51FEB71}" srcOrd="2" destOrd="0" presId="urn:microsoft.com/office/officeart/2018/2/layout/IconVerticalSolidList"/>
    <dgm:cxn modelId="{1DC9172B-3FD4-42A4-8835-983C625C509A}" type="presParOf" srcId="{6A6C722A-69DE-4CCE-B132-C771A51FEB71}" destId="{F986E2A9-AA10-49DA-A601-F43F7BACAFE3}" srcOrd="0" destOrd="0" presId="urn:microsoft.com/office/officeart/2018/2/layout/IconVerticalSolidList"/>
    <dgm:cxn modelId="{FA09B15F-63AF-456A-9A04-27676F3CD4F0}" type="presParOf" srcId="{6A6C722A-69DE-4CCE-B132-C771A51FEB71}" destId="{001CBCC4-B551-4835-B49D-D96972505A38}" srcOrd="1" destOrd="0" presId="urn:microsoft.com/office/officeart/2018/2/layout/IconVerticalSolidList"/>
    <dgm:cxn modelId="{717DF1B3-B26B-4723-8DF1-8BDE22CBAAA3}" type="presParOf" srcId="{6A6C722A-69DE-4CCE-B132-C771A51FEB71}" destId="{685A83DE-BCB5-4D9D-8A8A-3E7A71A56DFE}" srcOrd="2" destOrd="0" presId="urn:microsoft.com/office/officeart/2018/2/layout/IconVerticalSolidList"/>
    <dgm:cxn modelId="{F161CDB7-C471-42E2-8489-C2BD9FB48E04}" type="presParOf" srcId="{6A6C722A-69DE-4CCE-B132-C771A51FEB71}" destId="{3E221D22-4AC3-4B03-8559-4E5CF993B306}" srcOrd="3" destOrd="0" presId="urn:microsoft.com/office/officeart/2018/2/layout/IconVerticalSolidList"/>
    <dgm:cxn modelId="{D62791BC-6D3B-4E64-B9E9-D125E6A5D510}" type="presParOf" srcId="{E59D7D0C-29BE-4F00-9CE7-34F3CE664FF5}" destId="{EF8A3365-2679-4057-B814-7548CF02504F}" srcOrd="3" destOrd="0" presId="urn:microsoft.com/office/officeart/2018/2/layout/IconVerticalSolidList"/>
    <dgm:cxn modelId="{103B4209-5AD4-4B05-A07F-B97C4C1732BA}" type="presParOf" srcId="{E59D7D0C-29BE-4F00-9CE7-34F3CE664FF5}" destId="{D8E735D3-6E8C-4A00-B37E-C3FB607FB8C7}" srcOrd="4" destOrd="0" presId="urn:microsoft.com/office/officeart/2018/2/layout/IconVerticalSolidList"/>
    <dgm:cxn modelId="{5538FF95-285A-4B6E-B21D-0C737676FB4B}" type="presParOf" srcId="{D8E735D3-6E8C-4A00-B37E-C3FB607FB8C7}" destId="{94A7A762-4E10-4CD1-A1E9-654296F91A22}" srcOrd="0" destOrd="0" presId="urn:microsoft.com/office/officeart/2018/2/layout/IconVerticalSolidList"/>
    <dgm:cxn modelId="{DEA5E2B1-8617-451E-AD5D-B382AEE3C2D0}" type="presParOf" srcId="{D8E735D3-6E8C-4A00-B37E-C3FB607FB8C7}" destId="{E01C6461-70F1-4A11-8627-25B9A9E7F0BF}" srcOrd="1" destOrd="0" presId="urn:microsoft.com/office/officeart/2018/2/layout/IconVerticalSolidList"/>
    <dgm:cxn modelId="{E9934D2C-7BC1-44BC-9EEB-AC7BC0260DD9}" type="presParOf" srcId="{D8E735D3-6E8C-4A00-B37E-C3FB607FB8C7}" destId="{35526281-FAF1-468F-AFF3-9BAF28DA4B2C}" srcOrd="2" destOrd="0" presId="urn:microsoft.com/office/officeart/2018/2/layout/IconVerticalSolidList"/>
    <dgm:cxn modelId="{1721B434-068E-4D43-A828-045D45F1D873}" type="presParOf" srcId="{D8E735D3-6E8C-4A00-B37E-C3FB607FB8C7}" destId="{475E8134-33C1-4AE6-83AB-F356946001FC}" srcOrd="3" destOrd="0" presId="urn:microsoft.com/office/officeart/2018/2/layout/IconVerticalSolidList"/>
    <dgm:cxn modelId="{7A8AFCA2-ADC6-4EE6-AE5E-F5E793E2F2D4}" type="presParOf" srcId="{E59D7D0C-29BE-4F00-9CE7-34F3CE664FF5}" destId="{00F0A4FD-D8B2-4396-8FE3-9CABE1477070}" srcOrd="5" destOrd="0" presId="urn:microsoft.com/office/officeart/2018/2/layout/IconVerticalSolidList"/>
    <dgm:cxn modelId="{BFC29E9F-40F1-4623-A2BE-8E4E5F152EEB}" type="presParOf" srcId="{E59D7D0C-29BE-4F00-9CE7-34F3CE664FF5}" destId="{08D4CD22-8A9C-4DA6-AE5C-BB4E46FD1942}" srcOrd="6" destOrd="0" presId="urn:microsoft.com/office/officeart/2018/2/layout/IconVerticalSolidList"/>
    <dgm:cxn modelId="{816C30BC-678F-4D61-853B-7C789A793E19}" type="presParOf" srcId="{08D4CD22-8A9C-4DA6-AE5C-BB4E46FD1942}" destId="{402DE03A-5274-4E6A-BBCA-56E4A2B3F311}" srcOrd="0" destOrd="0" presId="urn:microsoft.com/office/officeart/2018/2/layout/IconVerticalSolidList"/>
    <dgm:cxn modelId="{96D34E58-11E1-46B8-81B1-A0324375D13A}" type="presParOf" srcId="{08D4CD22-8A9C-4DA6-AE5C-BB4E46FD1942}" destId="{503DEB19-84AB-4C08-9ADE-A55BACEC68A7}" srcOrd="1" destOrd="0" presId="urn:microsoft.com/office/officeart/2018/2/layout/IconVerticalSolidList"/>
    <dgm:cxn modelId="{B735838B-ED2A-4CF6-9A10-FEA6C66872E1}" type="presParOf" srcId="{08D4CD22-8A9C-4DA6-AE5C-BB4E46FD1942}" destId="{D70C8996-E721-4116-A671-979F4D6C0143}" srcOrd="2" destOrd="0" presId="urn:microsoft.com/office/officeart/2018/2/layout/IconVerticalSolidList"/>
    <dgm:cxn modelId="{0A42E05F-1E3C-4F4A-BEAD-559E01545665}" type="presParOf" srcId="{08D4CD22-8A9C-4DA6-AE5C-BB4E46FD1942}" destId="{40C81CB0-A624-4130-809E-CF4CC69C61C2}" srcOrd="3" destOrd="0" presId="urn:microsoft.com/office/officeart/2018/2/layout/IconVerticalSolidList"/>
    <dgm:cxn modelId="{A5C7EB88-0938-4610-BD1A-47C17CB8B112}" type="presParOf" srcId="{E59D7D0C-29BE-4F00-9CE7-34F3CE664FF5}" destId="{0B71E018-F779-4B99-8C2D-1C4AA531560B}" srcOrd="7" destOrd="0" presId="urn:microsoft.com/office/officeart/2018/2/layout/IconVerticalSolidList"/>
    <dgm:cxn modelId="{38425BBF-926E-4D68-AA61-2F567EEECF79}" type="presParOf" srcId="{E59D7D0C-29BE-4F00-9CE7-34F3CE664FF5}" destId="{5C0AAC64-F780-4008-AC6C-C5D7FCDE9DB5}" srcOrd="8" destOrd="0" presId="urn:microsoft.com/office/officeart/2018/2/layout/IconVerticalSolidList"/>
    <dgm:cxn modelId="{E42AEB29-CDCD-4C82-A0B9-EA4975105165}" type="presParOf" srcId="{5C0AAC64-F780-4008-AC6C-C5D7FCDE9DB5}" destId="{05BD1D27-3096-4F35-8710-47CA5FC9BD2A}" srcOrd="0" destOrd="0" presId="urn:microsoft.com/office/officeart/2018/2/layout/IconVerticalSolidList"/>
    <dgm:cxn modelId="{A5238ABD-DC88-4B12-9805-C91F774D478F}" type="presParOf" srcId="{5C0AAC64-F780-4008-AC6C-C5D7FCDE9DB5}" destId="{410904AF-422A-4868-9562-7A1810B9BF6F}" srcOrd="1" destOrd="0" presId="urn:microsoft.com/office/officeart/2018/2/layout/IconVerticalSolidList"/>
    <dgm:cxn modelId="{2FBE81DF-8138-42D5-8626-CE4261B053B8}" type="presParOf" srcId="{5C0AAC64-F780-4008-AC6C-C5D7FCDE9DB5}" destId="{334A25A6-C4BC-4866-BF0D-C4282B4C42A6}" srcOrd="2" destOrd="0" presId="urn:microsoft.com/office/officeart/2018/2/layout/IconVerticalSolidList"/>
    <dgm:cxn modelId="{8BF21E9D-E531-4DA3-BA01-BEFF67FBA182}" type="presParOf" srcId="{5C0AAC64-F780-4008-AC6C-C5D7FCDE9DB5}" destId="{721EF3B8-468A-48FC-A441-6C1593109F87}" srcOrd="3" destOrd="0" presId="urn:microsoft.com/office/officeart/2018/2/layout/IconVerticalSolidList"/>
    <dgm:cxn modelId="{F6CE35C1-1407-4EA4-9D6F-00A8E0B23ED5}" type="presParOf" srcId="{E59D7D0C-29BE-4F00-9CE7-34F3CE664FF5}" destId="{CC88BC14-B9B6-4B61-8BD1-C1CB97EE4A84}" srcOrd="9" destOrd="0" presId="urn:microsoft.com/office/officeart/2018/2/layout/IconVerticalSolidList"/>
    <dgm:cxn modelId="{89C56ECD-382F-4C84-8D79-007700EFE8DC}" type="presParOf" srcId="{E59D7D0C-29BE-4F00-9CE7-34F3CE664FF5}" destId="{82169060-6F8D-4125-A758-35FA9A62C331}" srcOrd="10" destOrd="0" presId="urn:microsoft.com/office/officeart/2018/2/layout/IconVerticalSolidList"/>
    <dgm:cxn modelId="{26186D59-A7A1-49B5-9185-051CB4F8144A}" type="presParOf" srcId="{82169060-6F8D-4125-A758-35FA9A62C331}" destId="{FB21B03B-F80C-4FD6-B8A5-2B55F1EEEFAE}" srcOrd="0" destOrd="0" presId="urn:microsoft.com/office/officeart/2018/2/layout/IconVerticalSolidList"/>
    <dgm:cxn modelId="{B1D1652B-299B-4CE5-BAAF-1D35F184FD8F}" type="presParOf" srcId="{82169060-6F8D-4125-A758-35FA9A62C331}" destId="{7DAC79BA-2417-4C27-A559-28CD4E8931E9}" srcOrd="1" destOrd="0" presId="urn:microsoft.com/office/officeart/2018/2/layout/IconVerticalSolidList"/>
    <dgm:cxn modelId="{9DE1904A-5961-4E80-9879-52931EF6C337}" type="presParOf" srcId="{82169060-6F8D-4125-A758-35FA9A62C331}" destId="{29E08528-9E01-480F-BFD5-D3DEBE6194B2}" srcOrd="2" destOrd="0" presId="urn:microsoft.com/office/officeart/2018/2/layout/IconVerticalSolidList"/>
    <dgm:cxn modelId="{E3DFFDAE-6AC6-4634-A74F-2E2BA46032AB}" type="presParOf" srcId="{82169060-6F8D-4125-A758-35FA9A62C331}" destId="{2716C070-5D08-43C9-8C51-FFBD10E880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45C6A9-C105-4AA3-B4F8-52BC54CD5D08}">
      <dsp:nvSpPr>
        <dsp:cNvPr id="0" name=""/>
        <dsp:cNvSpPr/>
      </dsp:nvSpPr>
      <dsp:spPr>
        <a:xfrm>
          <a:off x="0" y="1851"/>
          <a:ext cx="7159752" cy="7890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F3A69-D450-4FD4-94FA-678F0D80BFE1}">
      <dsp:nvSpPr>
        <dsp:cNvPr id="0" name=""/>
        <dsp:cNvSpPr/>
      </dsp:nvSpPr>
      <dsp:spPr>
        <a:xfrm>
          <a:off x="238680" y="179382"/>
          <a:ext cx="433964" cy="433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D91C6-82DD-458B-8040-D4E9C9EBBC87}">
      <dsp:nvSpPr>
        <dsp:cNvPr id="0" name=""/>
        <dsp:cNvSpPr/>
      </dsp:nvSpPr>
      <dsp:spPr>
        <a:xfrm>
          <a:off x="911325" y="1851"/>
          <a:ext cx="6248426" cy="789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05" tIns="83505" rIns="83505" bIns="835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Objectives</a:t>
          </a:r>
          <a:endParaRPr lang="en-US" sz="1900" kern="1200"/>
        </a:p>
      </dsp:txBody>
      <dsp:txXfrm>
        <a:off x="911325" y="1851"/>
        <a:ext cx="6248426" cy="789026"/>
      </dsp:txXfrm>
    </dsp:sp>
    <dsp:sp modelId="{8894740B-EEE8-4DB7-858C-FDC8F1C3F125}">
      <dsp:nvSpPr>
        <dsp:cNvPr id="0" name=""/>
        <dsp:cNvSpPr/>
      </dsp:nvSpPr>
      <dsp:spPr>
        <a:xfrm>
          <a:off x="0" y="988134"/>
          <a:ext cx="7159752" cy="7890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73979-43FA-4992-B563-C742541C3EAE}">
      <dsp:nvSpPr>
        <dsp:cNvPr id="0" name=""/>
        <dsp:cNvSpPr/>
      </dsp:nvSpPr>
      <dsp:spPr>
        <a:xfrm>
          <a:off x="238680" y="1165665"/>
          <a:ext cx="433964" cy="433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9A606-E173-4682-9D4A-36A01A100D9E}">
      <dsp:nvSpPr>
        <dsp:cNvPr id="0" name=""/>
        <dsp:cNvSpPr/>
      </dsp:nvSpPr>
      <dsp:spPr>
        <a:xfrm>
          <a:off x="911325" y="988134"/>
          <a:ext cx="6248426" cy="789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05" tIns="83505" rIns="83505" bIns="835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Analyse overall store sales performance. </a:t>
          </a:r>
          <a:endParaRPr lang="en-US" sz="1900" kern="1200"/>
        </a:p>
      </dsp:txBody>
      <dsp:txXfrm>
        <a:off x="911325" y="988134"/>
        <a:ext cx="6248426" cy="789026"/>
      </dsp:txXfrm>
    </dsp:sp>
    <dsp:sp modelId="{7C3261AF-37D2-4E2E-8503-F263073E5A16}">
      <dsp:nvSpPr>
        <dsp:cNvPr id="0" name=""/>
        <dsp:cNvSpPr/>
      </dsp:nvSpPr>
      <dsp:spPr>
        <a:xfrm>
          <a:off x="0" y="1974417"/>
          <a:ext cx="7159752" cy="7890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B42BA2-56F7-4756-BF69-7C110D0BBEAC}">
      <dsp:nvSpPr>
        <dsp:cNvPr id="0" name=""/>
        <dsp:cNvSpPr/>
      </dsp:nvSpPr>
      <dsp:spPr>
        <a:xfrm>
          <a:off x="238680" y="2151948"/>
          <a:ext cx="433964" cy="433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7F542-B20F-44D6-9BA1-D110C50ADAED}">
      <dsp:nvSpPr>
        <dsp:cNvPr id="0" name=""/>
        <dsp:cNvSpPr/>
      </dsp:nvSpPr>
      <dsp:spPr>
        <a:xfrm>
          <a:off x="911325" y="1974417"/>
          <a:ext cx="6248426" cy="789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05" tIns="83505" rIns="83505" bIns="835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Identify top-performing product categories. </a:t>
          </a:r>
          <a:endParaRPr lang="en-US" sz="1900" kern="1200"/>
        </a:p>
      </dsp:txBody>
      <dsp:txXfrm>
        <a:off x="911325" y="1974417"/>
        <a:ext cx="6248426" cy="789026"/>
      </dsp:txXfrm>
    </dsp:sp>
    <dsp:sp modelId="{AACC9C8F-9B52-49CE-8442-AE6844736E93}">
      <dsp:nvSpPr>
        <dsp:cNvPr id="0" name=""/>
        <dsp:cNvSpPr/>
      </dsp:nvSpPr>
      <dsp:spPr>
        <a:xfrm>
          <a:off x="0" y="2960700"/>
          <a:ext cx="7159752" cy="7890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6FB6B6-ABFB-4773-A2B6-4370ED14422B}">
      <dsp:nvSpPr>
        <dsp:cNvPr id="0" name=""/>
        <dsp:cNvSpPr/>
      </dsp:nvSpPr>
      <dsp:spPr>
        <a:xfrm>
          <a:off x="238680" y="3138231"/>
          <a:ext cx="433964" cy="433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F2FFF8-6970-4988-892B-8944872EF0A4}">
      <dsp:nvSpPr>
        <dsp:cNvPr id="0" name=""/>
        <dsp:cNvSpPr/>
      </dsp:nvSpPr>
      <dsp:spPr>
        <a:xfrm>
          <a:off x="911325" y="2960700"/>
          <a:ext cx="6248426" cy="789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05" tIns="83505" rIns="83505" bIns="835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Understand customer purchasing behavior. </a:t>
          </a:r>
          <a:endParaRPr lang="en-US" sz="1900" kern="1200"/>
        </a:p>
      </dsp:txBody>
      <dsp:txXfrm>
        <a:off x="911325" y="2960700"/>
        <a:ext cx="6248426" cy="789026"/>
      </dsp:txXfrm>
    </dsp:sp>
    <dsp:sp modelId="{F98BE694-F47D-4F3C-84D4-7281BC98DF52}">
      <dsp:nvSpPr>
        <dsp:cNvPr id="0" name=""/>
        <dsp:cNvSpPr/>
      </dsp:nvSpPr>
      <dsp:spPr>
        <a:xfrm>
          <a:off x="0" y="3946983"/>
          <a:ext cx="7159752" cy="7890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970CC-E686-46E1-A6F9-42E5DD4960C0}">
      <dsp:nvSpPr>
        <dsp:cNvPr id="0" name=""/>
        <dsp:cNvSpPr/>
      </dsp:nvSpPr>
      <dsp:spPr>
        <a:xfrm>
          <a:off x="238680" y="4124514"/>
          <a:ext cx="433964" cy="433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8828A-AFB6-46B3-8871-6AC7E5025E79}">
      <dsp:nvSpPr>
        <dsp:cNvPr id="0" name=""/>
        <dsp:cNvSpPr/>
      </dsp:nvSpPr>
      <dsp:spPr>
        <a:xfrm>
          <a:off x="911325" y="3946983"/>
          <a:ext cx="6248426" cy="789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05" tIns="83505" rIns="83505" bIns="835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Compare monthly sales trends. </a:t>
          </a:r>
          <a:endParaRPr lang="en-US" sz="1900" kern="1200"/>
        </a:p>
      </dsp:txBody>
      <dsp:txXfrm>
        <a:off x="911325" y="3946983"/>
        <a:ext cx="6248426" cy="789026"/>
      </dsp:txXfrm>
    </dsp:sp>
    <dsp:sp modelId="{C894F95A-8973-4C27-A30B-D41E91CDB45B}">
      <dsp:nvSpPr>
        <dsp:cNvPr id="0" name=""/>
        <dsp:cNvSpPr/>
      </dsp:nvSpPr>
      <dsp:spPr>
        <a:xfrm>
          <a:off x="0" y="4933266"/>
          <a:ext cx="7159752" cy="7890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BE7B1-B7AA-4E08-8B42-E638E33F7717}">
      <dsp:nvSpPr>
        <dsp:cNvPr id="0" name=""/>
        <dsp:cNvSpPr/>
      </dsp:nvSpPr>
      <dsp:spPr>
        <a:xfrm>
          <a:off x="238680" y="5110796"/>
          <a:ext cx="433964" cy="433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FD5A73-CDD7-4621-8CBB-532A69C82606}">
      <dsp:nvSpPr>
        <dsp:cNvPr id="0" name=""/>
        <dsp:cNvSpPr/>
      </dsp:nvSpPr>
      <dsp:spPr>
        <a:xfrm>
          <a:off x="911325" y="4933266"/>
          <a:ext cx="6248426" cy="789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05" tIns="83505" rIns="83505" bIns="835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Build an interactive dashboard for business decision-making.</a:t>
          </a:r>
          <a:endParaRPr lang="en-US" sz="1900" kern="1200"/>
        </a:p>
      </dsp:txBody>
      <dsp:txXfrm>
        <a:off x="911325" y="4933266"/>
        <a:ext cx="6248426" cy="7890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6E115-7859-4144-A521-B4CE885D7220}">
      <dsp:nvSpPr>
        <dsp:cNvPr id="0" name=""/>
        <dsp:cNvSpPr/>
      </dsp:nvSpPr>
      <dsp:spPr>
        <a:xfrm>
          <a:off x="0" y="2282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4598E-A861-47E2-869F-4A4D3A41B9A0}">
      <dsp:nvSpPr>
        <dsp:cNvPr id="0" name=""/>
        <dsp:cNvSpPr/>
      </dsp:nvSpPr>
      <dsp:spPr>
        <a:xfrm>
          <a:off x="0" y="2282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Dataset Information</a:t>
          </a:r>
          <a:endParaRPr lang="en-US" sz="1500" kern="1200"/>
        </a:p>
      </dsp:txBody>
      <dsp:txXfrm>
        <a:off x="0" y="2282"/>
        <a:ext cx="6466741" cy="338117"/>
      </dsp:txXfrm>
    </dsp:sp>
    <dsp:sp modelId="{C09ACFCC-9B6D-4092-B8EC-6157CFF7428D}">
      <dsp:nvSpPr>
        <dsp:cNvPr id="0" name=""/>
        <dsp:cNvSpPr/>
      </dsp:nvSpPr>
      <dsp:spPr>
        <a:xfrm>
          <a:off x="0" y="340399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86AA1-867C-479D-B805-DD8D9336FD4D}">
      <dsp:nvSpPr>
        <dsp:cNvPr id="0" name=""/>
        <dsp:cNvSpPr/>
      </dsp:nvSpPr>
      <dsp:spPr>
        <a:xfrm>
          <a:off x="0" y="340399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1,000 Customers </a:t>
          </a:r>
          <a:endParaRPr lang="en-US" sz="1500" kern="1200"/>
        </a:p>
      </dsp:txBody>
      <dsp:txXfrm>
        <a:off x="0" y="340399"/>
        <a:ext cx="6466741" cy="338117"/>
      </dsp:txXfrm>
    </dsp:sp>
    <dsp:sp modelId="{5D509E3D-2A18-43BC-8398-713D3AAB9CF0}">
      <dsp:nvSpPr>
        <dsp:cNvPr id="0" name=""/>
        <dsp:cNvSpPr/>
      </dsp:nvSpPr>
      <dsp:spPr>
        <a:xfrm>
          <a:off x="0" y="678517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19386B-B626-4F2C-B94F-168103FA73A1}">
      <dsp:nvSpPr>
        <dsp:cNvPr id="0" name=""/>
        <dsp:cNvSpPr/>
      </dsp:nvSpPr>
      <dsp:spPr>
        <a:xfrm>
          <a:off x="0" y="678517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Transaction Data </a:t>
          </a:r>
          <a:endParaRPr lang="en-US" sz="1500" kern="1200"/>
        </a:p>
      </dsp:txBody>
      <dsp:txXfrm>
        <a:off x="0" y="678517"/>
        <a:ext cx="6466741" cy="338117"/>
      </dsp:txXfrm>
    </dsp:sp>
    <dsp:sp modelId="{F72AA8ED-2D53-4783-8E59-EE720C0DF147}">
      <dsp:nvSpPr>
        <dsp:cNvPr id="0" name=""/>
        <dsp:cNvSpPr/>
      </dsp:nvSpPr>
      <dsp:spPr>
        <a:xfrm>
          <a:off x="0" y="1016635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4F470-1B52-4407-B407-B924AF263FA8}">
      <dsp:nvSpPr>
        <dsp:cNvPr id="0" name=""/>
        <dsp:cNvSpPr/>
      </dsp:nvSpPr>
      <dsp:spPr>
        <a:xfrm>
          <a:off x="0" y="1016635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Product Categories </a:t>
          </a:r>
          <a:endParaRPr lang="en-US" sz="1500" kern="1200"/>
        </a:p>
      </dsp:txBody>
      <dsp:txXfrm>
        <a:off x="0" y="1016635"/>
        <a:ext cx="6466741" cy="338117"/>
      </dsp:txXfrm>
    </dsp:sp>
    <dsp:sp modelId="{BD5D0883-69EF-406E-BEDB-1AC02D045618}">
      <dsp:nvSpPr>
        <dsp:cNvPr id="0" name=""/>
        <dsp:cNvSpPr/>
      </dsp:nvSpPr>
      <dsp:spPr>
        <a:xfrm>
          <a:off x="0" y="1354753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08729-BDE6-410C-ABB4-1B663203505C}">
      <dsp:nvSpPr>
        <dsp:cNvPr id="0" name=""/>
        <dsp:cNvSpPr/>
      </dsp:nvSpPr>
      <dsp:spPr>
        <a:xfrm>
          <a:off x="0" y="1354753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Age Groups </a:t>
          </a:r>
          <a:endParaRPr lang="en-US" sz="1500" kern="1200"/>
        </a:p>
      </dsp:txBody>
      <dsp:txXfrm>
        <a:off x="0" y="1354753"/>
        <a:ext cx="6466741" cy="338117"/>
      </dsp:txXfrm>
    </dsp:sp>
    <dsp:sp modelId="{80F36E96-F256-49F8-8B3A-303F2A332381}">
      <dsp:nvSpPr>
        <dsp:cNvPr id="0" name=""/>
        <dsp:cNvSpPr/>
      </dsp:nvSpPr>
      <dsp:spPr>
        <a:xfrm>
          <a:off x="0" y="1692870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A4D4B-AFF5-4543-BFDC-C0F2B5AC54B4}">
      <dsp:nvSpPr>
        <dsp:cNvPr id="0" name=""/>
        <dsp:cNvSpPr/>
      </dsp:nvSpPr>
      <dsp:spPr>
        <a:xfrm>
          <a:off x="0" y="1692870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Gender </a:t>
          </a:r>
          <a:endParaRPr lang="en-US" sz="1500" kern="1200"/>
        </a:p>
      </dsp:txBody>
      <dsp:txXfrm>
        <a:off x="0" y="1692870"/>
        <a:ext cx="6466741" cy="338117"/>
      </dsp:txXfrm>
    </dsp:sp>
    <dsp:sp modelId="{8D6CBFD8-9359-4604-841F-9184FF53F139}">
      <dsp:nvSpPr>
        <dsp:cNvPr id="0" name=""/>
        <dsp:cNvSpPr/>
      </dsp:nvSpPr>
      <dsp:spPr>
        <a:xfrm>
          <a:off x="0" y="2030988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DC0C3B-80A5-4F96-B1B1-3855CB77C5E3}">
      <dsp:nvSpPr>
        <dsp:cNvPr id="0" name=""/>
        <dsp:cNvSpPr/>
      </dsp:nvSpPr>
      <dsp:spPr>
        <a:xfrm>
          <a:off x="0" y="2030988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Monthly Sales </a:t>
          </a:r>
          <a:endParaRPr lang="en-US" sz="1500" kern="1200"/>
        </a:p>
      </dsp:txBody>
      <dsp:txXfrm>
        <a:off x="0" y="2030988"/>
        <a:ext cx="6466741" cy="338117"/>
      </dsp:txXfrm>
    </dsp:sp>
    <dsp:sp modelId="{FFD13583-3913-4017-A313-EEA8AB5F6EE0}">
      <dsp:nvSpPr>
        <dsp:cNvPr id="0" name=""/>
        <dsp:cNvSpPr/>
      </dsp:nvSpPr>
      <dsp:spPr>
        <a:xfrm>
          <a:off x="0" y="2369106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1EDD5-A601-4F1D-A0B1-A7FE580552E7}">
      <dsp:nvSpPr>
        <dsp:cNvPr id="0" name=""/>
        <dsp:cNvSpPr/>
      </dsp:nvSpPr>
      <dsp:spPr>
        <a:xfrm>
          <a:off x="0" y="2369106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Quantity Sold </a:t>
          </a:r>
          <a:endParaRPr lang="en-US" sz="1500" kern="1200"/>
        </a:p>
      </dsp:txBody>
      <dsp:txXfrm>
        <a:off x="0" y="2369106"/>
        <a:ext cx="6466741" cy="338117"/>
      </dsp:txXfrm>
    </dsp:sp>
    <dsp:sp modelId="{F362F4DE-3352-4637-8610-8470672BB71B}">
      <dsp:nvSpPr>
        <dsp:cNvPr id="0" name=""/>
        <dsp:cNvSpPr/>
      </dsp:nvSpPr>
      <dsp:spPr>
        <a:xfrm>
          <a:off x="0" y="2707224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15FC0-0C71-4CFB-AD2C-97506DBF5A8F}">
      <dsp:nvSpPr>
        <dsp:cNvPr id="0" name=""/>
        <dsp:cNvSpPr/>
      </dsp:nvSpPr>
      <dsp:spPr>
        <a:xfrm>
          <a:off x="0" y="2707224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Price per Unit </a:t>
          </a:r>
          <a:endParaRPr lang="en-US" sz="1500" kern="1200"/>
        </a:p>
      </dsp:txBody>
      <dsp:txXfrm>
        <a:off x="0" y="2707224"/>
        <a:ext cx="6466741" cy="338117"/>
      </dsp:txXfrm>
    </dsp:sp>
    <dsp:sp modelId="{186AA2EB-2DE9-4211-9BF3-799D22FBAAFF}">
      <dsp:nvSpPr>
        <dsp:cNvPr id="0" name=""/>
        <dsp:cNvSpPr/>
      </dsp:nvSpPr>
      <dsp:spPr>
        <a:xfrm>
          <a:off x="0" y="3045341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B1467-DCB7-4015-B4E1-EBDD9522D34D}">
      <dsp:nvSpPr>
        <dsp:cNvPr id="0" name=""/>
        <dsp:cNvSpPr/>
      </dsp:nvSpPr>
      <dsp:spPr>
        <a:xfrm>
          <a:off x="0" y="3045341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Total Amount </a:t>
          </a:r>
          <a:endParaRPr lang="en-US" sz="1500" kern="1200"/>
        </a:p>
      </dsp:txBody>
      <dsp:txXfrm>
        <a:off x="0" y="3045341"/>
        <a:ext cx="6466741" cy="338117"/>
      </dsp:txXfrm>
    </dsp:sp>
    <dsp:sp modelId="{1BDF975B-4F71-4A4A-AD4E-651948C04E6A}">
      <dsp:nvSpPr>
        <dsp:cNvPr id="0" name=""/>
        <dsp:cNvSpPr/>
      </dsp:nvSpPr>
      <dsp:spPr>
        <a:xfrm>
          <a:off x="0" y="3383459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C3CFA-C5FF-4337-A498-36E50340A414}">
      <dsp:nvSpPr>
        <dsp:cNvPr id="0" name=""/>
        <dsp:cNvSpPr/>
      </dsp:nvSpPr>
      <dsp:spPr>
        <a:xfrm>
          <a:off x="0" y="3383459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KPIs Created</a:t>
          </a:r>
          <a:endParaRPr lang="en-US" sz="1500" kern="1200"/>
        </a:p>
      </dsp:txBody>
      <dsp:txXfrm>
        <a:off x="0" y="3383459"/>
        <a:ext cx="6466741" cy="338117"/>
      </dsp:txXfrm>
    </dsp:sp>
    <dsp:sp modelId="{2C9BCBCA-D478-474A-9BE0-1A82DB6366A7}">
      <dsp:nvSpPr>
        <dsp:cNvPr id="0" name=""/>
        <dsp:cNvSpPr/>
      </dsp:nvSpPr>
      <dsp:spPr>
        <a:xfrm>
          <a:off x="0" y="3721577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72AC8-CE89-41D8-8390-1B350FC1B96B}">
      <dsp:nvSpPr>
        <dsp:cNvPr id="0" name=""/>
        <dsp:cNvSpPr/>
      </dsp:nvSpPr>
      <dsp:spPr>
        <a:xfrm>
          <a:off x="0" y="3721577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Total Revenue </a:t>
          </a:r>
          <a:endParaRPr lang="en-US" sz="1500" kern="1200"/>
        </a:p>
      </dsp:txBody>
      <dsp:txXfrm>
        <a:off x="0" y="3721577"/>
        <a:ext cx="6466741" cy="338117"/>
      </dsp:txXfrm>
    </dsp:sp>
    <dsp:sp modelId="{80AF1DC3-CB34-4277-BC29-C1CA066696E4}">
      <dsp:nvSpPr>
        <dsp:cNvPr id="0" name=""/>
        <dsp:cNvSpPr/>
      </dsp:nvSpPr>
      <dsp:spPr>
        <a:xfrm>
          <a:off x="0" y="4059695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766D6A-AAE8-4397-BD6D-A790AFD47DDC}">
      <dsp:nvSpPr>
        <dsp:cNvPr id="0" name=""/>
        <dsp:cNvSpPr/>
      </dsp:nvSpPr>
      <dsp:spPr>
        <a:xfrm>
          <a:off x="0" y="4059695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Total Orders </a:t>
          </a:r>
          <a:endParaRPr lang="en-US" sz="1500" kern="1200"/>
        </a:p>
      </dsp:txBody>
      <dsp:txXfrm>
        <a:off x="0" y="4059695"/>
        <a:ext cx="6466741" cy="338117"/>
      </dsp:txXfrm>
    </dsp:sp>
    <dsp:sp modelId="{8A19A9E2-D1D7-4FE7-8309-1EDED4B6002F}">
      <dsp:nvSpPr>
        <dsp:cNvPr id="0" name=""/>
        <dsp:cNvSpPr/>
      </dsp:nvSpPr>
      <dsp:spPr>
        <a:xfrm>
          <a:off x="0" y="4397812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523E48-D1C3-4966-8DE0-B37C59DC6067}">
      <dsp:nvSpPr>
        <dsp:cNvPr id="0" name=""/>
        <dsp:cNvSpPr/>
      </dsp:nvSpPr>
      <dsp:spPr>
        <a:xfrm>
          <a:off x="0" y="4397812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Total Quantity Sold </a:t>
          </a:r>
          <a:endParaRPr lang="en-US" sz="1500" kern="1200"/>
        </a:p>
      </dsp:txBody>
      <dsp:txXfrm>
        <a:off x="0" y="4397812"/>
        <a:ext cx="6466741" cy="338117"/>
      </dsp:txXfrm>
    </dsp:sp>
    <dsp:sp modelId="{DD319332-EFB0-4B61-9C4B-1C4396CCBE06}">
      <dsp:nvSpPr>
        <dsp:cNvPr id="0" name=""/>
        <dsp:cNvSpPr/>
      </dsp:nvSpPr>
      <dsp:spPr>
        <a:xfrm>
          <a:off x="0" y="4735930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376CF-AE2E-4138-9592-E75BEBFAD95A}">
      <dsp:nvSpPr>
        <dsp:cNvPr id="0" name=""/>
        <dsp:cNvSpPr/>
      </dsp:nvSpPr>
      <dsp:spPr>
        <a:xfrm>
          <a:off x="0" y="4735930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Average Order Value </a:t>
          </a:r>
          <a:endParaRPr lang="en-US" sz="1500" kern="1200"/>
        </a:p>
      </dsp:txBody>
      <dsp:txXfrm>
        <a:off x="0" y="4735930"/>
        <a:ext cx="6466741" cy="338117"/>
      </dsp:txXfrm>
    </dsp:sp>
    <dsp:sp modelId="{53A41454-69A1-48F3-A6BD-FDFBF60E82C5}">
      <dsp:nvSpPr>
        <dsp:cNvPr id="0" name=""/>
        <dsp:cNvSpPr/>
      </dsp:nvSpPr>
      <dsp:spPr>
        <a:xfrm>
          <a:off x="0" y="5074048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E5004-3353-411D-A1F7-B64E03A7DA33}">
      <dsp:nvSpPr>
        <dsp:cNvPr id="0" name=""/>
        <dsp:cNvSpPr/>
      </dsp:nvSpPr>
      <dsp:spPr>
        <a:xfrm>
          <a:off x="0" y="5074048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Average Price per Unit </a:t>
          </a:r>
          <a:endParaRPr lang="en-US" sz="1500" kern="1200"/>
        </a:p>
      </dsp:txBody>
      <dsp:txXfrm>
        <a:off x="0" y="5074048"/>
        <a:ext cx="6466741" cy="338117"/>
      </dsp:txXfrm>
    </dsp:sp>
    <dsp:sp modelId="{C936CE36-818F-4508-AB86-18380DC10C48}">
      <dsp:nvSpPr>
        <dsp:cNvPr id="0" name=""/>
        <dsp:cNvSpPr/>
      </dsp:nvSpPr>
      <dsp:spPr>
        <a:xfrm>
          <a:off x="0" y="5412166"/>
          <a:ext cx="64667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136C2-57A9-4531-9B18-F2757C415BCB}">
      <dsp:nvSpPr>
        <dsp:cNvPr id="0" name=""/>
        <dsp:cNvSpPr/>
      </dsp:nvSpPr>
      <dsp:spPr>
        <a:xfrm>
          <a:off x="0" y="5412166"/>
          <a:ext cx="6466741" cy="33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Unique Customers</a:t>
          </a:r>
          <a:endParaRPr lang="en-US" sz="1500" kern="1200"/>
        </a:p>
      </dsp:txBody>
      <dsp:txXfrm>
        <a:off x="0" y="5412166"/>
        <a:ext cx="6466741" cy="3381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CC0389-37BB-4044-B2E2-032870EC3406}">
      <dsp:nvSpPr>
        <dsp:cNvPr id="0" name=""/>
        <dsp:cNvSpPr/>
      </dsp:nvSpPr>
      <dsp:spPr>
        <a:xfrm>
          <a:off x="0" y="1851"/>
          <a:ext cx="7159752" cy="7890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AB238-F601-48AC-A419-DD3F6EDE9E07}">
      <dsp:nvSpPr>
        <dsp:cNvPr id="0" name=""/>
        <dsp:cNvSpPr/>
      </dsp:nvSpPr>
      <dsp:spPr>
        <a:xfrm>
          <a:off x="238680" y="179382"/>
          <a:ext cx="433964" cy="433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E68B43-7459-4033-9F12-A10D9FD43A5C}">
      <dsp:nvSpPr>
        <dsp:cNvPr id="0" name=""/>
        <dsp:cNvSpPr/>
      </dsp:nvSpPr>
      <dsp:spPr>
        <a:xfrm>
          <a:off x="911325" y="1851"/>
          <a:ext cx="6248426" cy="789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05" tIns="83505" rIns="83505" bIns="835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Recommendations</a:t>
          </a:r>
          <a:endParaRPr lang="en-US" sz="1900" kern="1200"/>
        </a:p>
      </dsp:txBody>
      <dsp:txXfrm>
        <a:off x="911325" y="1851"/>
        <a:ext cx="6248426" cy="789026"/>
      </dsp:txXfrm>
    </dsp:sp>
    <dsp:sp modelId="{F986E2A9-AA10-49DA-A601-F43F7BACAFE3}">
      <dsp:nvSpPr>
        <dsp:cNvPr id="0" name=""/>
        <dsp:cNvSpPr/>
      </dsp:nvSpPr>
      <dsp:spPr>
        <a:xfrm>
          <a:off x="0" y="988134"/>
          <a:ext cx="7159752" cy="7890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1CBCC4-B551-4835-B49D-D96972505A38}">
      <dsp:nvSpPr>
        <dsp:cNvPr id="0" name=""/>
        <dsp:cNvSpPr/>
      </dsp:nvSpPr>
      <dsp:spPr>
        <a:xfrm>
          <a:off x="238680" y="1165665"/>
          <a:ext cx="433964" cy="433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21D22-4AC3-4B03-8559-4E5CF993B306}">
      <dsp:nvSpPr>
        <dsp:cNvPr id="0" name=""/>
        <dsp:cNvSpPr/>
      </dsp:nvSpPr>
      <dsp:spPr>
        <a:xfrm>
          <a:off x="911325" y="988134"/>
          <a:ext cx="6248426" cy="789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05" tIns="83505" rIns="83505" bIns="835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Increase inventory for Electronics products. </a:t>
          </a:r>
          <a:endParaRPr lang="en-US" sz="1900" kern="1200"/>
        </a:p>
      </dsp:txBody>
      <dsp:txXfrm>
        <a:off x="911325" y="988134"/>
        <a:ext cx="6248426" cy="789026"/>
      </dsp:txXfrm>
    </dsp:sp>
    <dsp:sp modelId="{94A7A762-4E10-4CD1-A1E9-654296F91A22}">
      <dsp:nvSpPr>
        <dsp:cNvPr id="0" name=""/>
        <dsp:cNvSpPr/>
      </dsp:nvSpPr>
      <dsp:spPr>
        <a:xfrm>
          <a:off x="0" y="1974417"/>
          <a:ext cx="7159752" cy="7890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C6461-70F1-4A11-8627-25B9A9E7F0BF}">
      <dsp:nvSpPr>
        <dsp:cNvPr id="0" name=""/>
        <dsp:cNvSpPr/>
      </dsp:nvSpPr>
      <dsp:spPr>
        <a:xfrm>
          <a:off x="238680" y="2151948"/>
          <a:ext cx="433964" cy="433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E8134-33C1-4AE6-83AB-F356946001FC}">
      <dsp:nvSpPr>
        <dsp:cNvPr id="0" name=""/>
        <dsp:cNvSpPr/>
      </dsp:nvSpPr>
      <dsp:spPr>
        <a:xfrm>
          <a:off x="911325" y="1974417"/>
          <a:ext cx="6248426" cy="789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05" tIns="83505" rIns="83505" bIns="835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Launch marketing campaigns targeting Adult customers. </a:t>
          </a:r>
          <a:endParaRPr lang="en-US" sz="1900" kern="1200"/>
        </a:p>
      </dsp:txBody>
      <dsp:txXfrm>
        <a:off x="911325" y="1974417"/>
        <a:ext cx="6248426" cy="789026"/>
      </dsp:txXfrm>
    </dsp:sp>
    <dsp:sp modelId="{402DE03A-5274-4E6A-BBCA-56E4A2B3F311}">
      <dsp:nvSpPr>
        <dsp:cNvPr id="0" name=""/>
        <dsp:cNvSpPr/>
      </dsp:nvSpPr>
      <dsp:spPr>
        <a:xfrm>
          <a:off x="0" y="2960700"/>
          <a:ext cx="7159752" cy="7890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3DEB19-84AB-4C08-9ADE-A55BACEC68A7}">
      <dsp:nvSpPr>
        <dsp:cNvPr id="0" name=""/>
        <dsp:cNvSpPr/>
      </dsp:nvSpPr>
      <dsp:spPr>
        <a:xfrm>
          <a:off x="238680" y="3138231"/>
          <a:ext cx="433964" cy="433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C81CB0-A624-4130-809E-CF4CC69C61C2}">
      <dsp:nvSpPr>
        <dsp:cNvPr id="0" name=""/>
        <dsp:cNvSpPr/>
      </dsp:nvSpPr>
      <dsp:spPr>
        <a:xfrm>
          <a:off x="911325" y="2960700"/>
          <a:ext cx="6248426" cy="789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05" tIns="83505" rIns="83505" bIns="835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Prepare promotional offers before October. </a:t>
          </a:r>
          <a:endParaRPr lang="en-US" sz="1900" kern="1200"/>
        </a:p>
      </dsp:txBody>
      <dsp:txXfrm>
        <a:off x="911325" y="2960700"/>
        <a:ext cx="6248426" cy="789026"/>
      </dsp:txXfrm>
    </dsp:sp>
    <dsp:sp modelId="{05BD1D27-3096-4F35-8710-47CA5FC9BD2A}">
      <dsp:nvSpPr>
        <dsp:cNvPr id="0" name=""/>
        <dsp:cNvSpPr/>
      </dsp:nvSpPr>
      <dsp:spPr>
        <a:xfrm>
          <a:off x="0" y="3946983"/>
          <a:ext cx="7159752" cy="7890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0904AF-422A-4868-9562-7A1810B9BF6F}">
      <dsp:nvSpPr>
        <dsp:cNvPr id="0" name=""/>
        <dsp:cNvSpPr/>
      </dsp:nvSpPr>
      <dsp:spPr>
        <a:xfrm>
          <a:off x="238680" y="4124514"/>
          <a:ext cx="433964" cy="433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1EF3B8-468A-48FC-A441-6C1593109F87}">
      <dsp:nvSpPr>
        <dsp:cNvPr id="0" name=""/>
        <dsp:cNvSpPr/>
      </dsp:nvSpPr>
      <dsp:spPr>
        <a:xfrm>
          <a:off x="911325" y="3946983"/>
          <a:ext cx="6248426" cy="789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05" tIns="83505" rIns="83505" bIns="835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Improve sales of lower-performing categories. </a:t>
          </a:r>
          <a:endParaRPr lang="en-US" sz="1900" kern="1200"/>
        </a:p>
      </dsp:txBody>
      <dsp:txXfrm>
        <a:off x="911325" y="3946983"/>
        <a:ext cx="6248426" cy="789026"/>
      </dsp:txXfrm>
    </dsp:sp>
    <dsp:sp modelId="{FB21B03B-F80C-4FD6-B8A5-2B55F1EEEFAE}">
      <dsp:nvSpPr>
        <dsp:cNvPr id="0" name=""/>
        <dsp:cNvSpPr/>
      </dsp:nvSpPr>
      <dsp:spPr>
        <a:xfrm>
          <a:off x="0" y="4933266"/>
          <a:ext cx="7159752" cy="7890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AC79BA-2417-4C27-A559-28CD4E8931E9}">
      <dsp:nvSpPr>
        <dsp:cNvPr id="0" name=""/>
        <dsp:cNvSpPr/>
      </dsp:nvSpPr>
      <dsp:spPr>
        <a:xfrm>
          <a:off x="238680" y="5110796"/>
          <a:ext cx="433964" cy="433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6C070-5D08-43C9-8C51-FFBD10E88092}">
      <dsp:nvSpPr>
        <dsp:cNvPr id="0" name=""/>
        <dsp:cNvSpPr/>
      </dsp:nvSpPr>
      <dsp:spPr>
        <a:xfrm>
          <a:off x="911325" y="4933266"/>
          <a:ext cx="6248426" cy="789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05" tIns="83505" rIns="83505" bIns="835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Use dashboard filters to monitor sales performance regularly. </a:t>
          </a:r>
          <a:endParaRPr lang="en-US" sz="1900" kern="1200"/>
        </a:p>
      </dsp:txBody>
      <dsp:txXfrm>
        <a:off x="911325" y="4933266"/>
        <a:ext cx="6248426" cy="7890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23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32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11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76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33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17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04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46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02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39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80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13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13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89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54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29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59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812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096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514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26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396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200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800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672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573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751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210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452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2260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370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42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499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51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363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89427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0541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90292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01109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2870864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2908333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9530476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407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3646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861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725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781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574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804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36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69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8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2" r:id="rId2"/>
    <p:sldLayoutId id="2147483804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787" r:id="rId38"/>
    <p:sldLayoutId id="2147483788" r:id="rId39"/>
    <p:sldLayoutId id="2147483789" r:id="rId40"/>
    <p:sldLayoutId id="2147483790" r:id="rId41"/>
    <p:sldLayoutId id="2147483791" r:id="rId42"/>
    <p:sldLayoutId id="2147483792" r:id="rId43"/>
    <p:sldLayoutId id="2147483793" r:id="rId44"/>
    <p:sldLayoutId id="2147483794" r:id="rId45"/>
    <p:sldLayoutId id="2147483795" r:id="rId46"/>
    <p:sldLayoutId id="2147483796" r:id="rId47"/>
    <p:sldLayoutId id="2147483797" r:id="rId48"/>
    <p:sldLayoutId id="2147483798" r:id="rId49"/>
    <p:sldLayoutId id="2147483799" r:id="rId50"/>
    <p:sldLayoutId id="2147483800" r:id="rId51"/>
    <p:sldLayoutId id="2147483801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39B0-FB74-C4DB-AA17-FBA1A28E4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/>
          <a:p>
            <a:r>
              <a:rPr lang="en-IN" sz="4100"/>
              <a:t>Store Sales Analysis Dashboard</a:t>
            </a:r>
          </a:p>
        </p:txBody>
      </p:sp>
      <p:pic>
        <p:nvPicPr>
          <p:cNvPr id="7" name="Picture 6" descr="Digital financial graph">
            <a:extLst>
              <a:ext uri="{FF2B5EF4-FFF2-40B4-BE49-F238E27FC236}">
                <a16:creationId xmlns:a16="http://schemas.microsoft.com/office/drawing/2014/main" id="{F75E82D1-D601-D8B6-9881-58654836B6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66" r="11581" b="1"/>
          <a:stretch>
            <a:fillRect/>
          </a:stretch>
        </p:blipFill>
        <p:spPr>
          <a:xfrm>
            <a:off x="20" y="10"/>
            <a:ext cx="7002444" cy="639914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C5CF3CC-562F-3CE6-773D-6E662626D9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/>
          <a:p>
            <a:r>
              <a:rPr lang="en-IN"/>
              <a:t>Power BI Dashboard Project</a:t>
            </a:r>
          </a:p>
          <a:p>
            <a:r>
              <a:rPr lang="en-IN" b="1"/>
              <a:t>Tools Used:</a:t>
            </a:r>
            <a:endParaRPr lang="en-IN"/>
          </a:p>
          <a:p>
            <a:r>
              <a:rPr lang="en-IN"/>
              <a:t>Power BI </a:t>
            </a:r>
          </a:p>
          <a:p>
            <a:r>
              <a:rPr lang="en-IN"/>
              <a:t>Power Query </a:t>
            </a:r>
          </a:p>
          <a:p>
            <a:r>
              <a:rPr lang="en-IN"/>
              <a:t>DAX </a:t>
            </a:r>
          </a:p>
          <a:p>
            <a:r>
              <a:rPr lang="en-IN"/>
              <a:t>Excel</a:t>
            </a:r>
          </a:p>
        </p:txBody>
      </p:sp>
    </p:spTree>
    <p:extLst>
      <p:ext uri="{BB962C8B-B14F-4D97-AF65-F5344CB8AC3E}">
        <p14:creationId xmlns:p14="http://schemas.microsoft.com/office/powerpoint/2010/main" val="265483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7840-B180-B7D3-6DD7-CF8F47AF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/>
          <a:p>
            <a:r>
              <a:rPr lang="en-IN" dirty="0"/>
              <a:t>Project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7A5289-FB44-1183-0511-E3697EB1261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70768362"/>
              </p:ext>
            </p:extLst>
          </p:nvPr>
        </p:nvGraphicFramePr>
        <p:xfrm>
          <a:off x="4425696" y="640080"/>
          <a:ext cx="7159752" cy="5724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851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DE71-96F3-DBC7-DA93-7F401FF35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/>
          <a:p>
            <a:r>
              <a:rPr lang="en-IN" dirty="0"/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02BC28-D0A8-2D37-0A7B-07A815746A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409783"/>
              </p:ext>
            </p:extLst>
          </p:nvPr>
        </p:nvGraphicFramePr>
        <p:xfrm>
          <a:off x="5136995" y="553616"/>
          <a:ext cx="6466741" cy="5752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685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1E250-342A-691B-B2D8-9B1F6B663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026220" cy="1757505"/>
          </a:xfrm>
        </p:spPr>
        <p:txBody>
          <a:bodyPr anchor="t">
            <a:normAutofit/>
          </a:bodyPr>
          <a:lstStyle/>
          <a:p>
            <a:r>
              <a:rPr lang="en-IN" dirty="0"/>
              <a:t>Dashboard 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E41B8-A99F-0F0B-2E32-9D6568696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026219" cy="3993263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b="1" dirty="0"/>
              <a:t>Dashboard Features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/>
              <a:t>KPI Cards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/>
              <a:t>Interactive Slicers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/>
              <a:t>Monthly Sales Trend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/>
              <a:t>Sales by Category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/>
              <a:t>Revenue by Month &amp; Category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/>
              <a:t>Customer Contribution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/>
              <a:t>Sales by Age Group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/>
              <a:t>Gender Analysis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/>
              <a:t>Business Insights</a:t>
            </a:r>
          </a:p>
          <a:p>
            <a:pPr>
              <a:lnSpc>
                <a:spcPct val="110000"/>
              </a:lnSpc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FC6129-2324-4213-1B38-060887826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988" y="1144413"/>
            <a:ext cx="8147050" cy="457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96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AB09E-EF34-D36F-674D-5C16E1D4B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5904"/>
            <a:ext cx="3778439" cy="765934"/>
          </a:xfrm>
        </p:spPr>
        <p:txBody>
          <a:bodyPr anchor="t">
            <a:normAutofit/>
          </a:bodyPr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584FD-DD3F-AD49-4B7D-2C73410F9F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26710" y="650893"/>
            <a:ext cx="4965289" cy="4166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Insights</a:t>
            </a:r>
          </a:p>
          <a:p>
            <a:r>
              <a:rPr lang="en-IN" dirty="0"/>
              <a:t>Electronics generated the highest revenue. </a:t>
            </a:r>
          </a:p>
          <a:p>
            <a:r>
              <a:rPr lang="en-IN" dirty="0"/>
              <a:t>Adult customers contributed the highest sales. </a:t>
            </a:r>
          </a:p>
          <a:p>
            <a:r>
              <a:rPr lang="en-IN" dirty="0"/>
              <a:t>Male customers spent slightly more than female customers. </a:t>
            </a:r>
          </a:p>
          <a:p>
            <a:r>
              <a:rPr lang="en-IN" dirty="0"/>
              <a:t>October recorded the highest sales. </a:t>
            </a:r>
          </a:p>
          <a:p>
            <a:r>
              <a:rPr lang="en-IN" dirty="0"/>
              <a:t>Sales performance varied across different months.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1866C9-879F-4352-AEBB-64F5A5F15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179" y="1675640"/>
            <a:ext cx="3261729" cy="2634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09EEF5-4E5E-EC76-5925-5B4D58CC9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26066"/>
            <a:ext cx="3963228" cy="27319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8FEA82-B2C2-5A0B-45AD-E47C40B814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0" y="1416827"/>
            <a:ext cx="3828580" cy="2634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0E490E-F175-9291-2890-B52AD7F9C3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921" y="4493341"/>
            <a:ext cx="3771590" cy="194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6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33B36-73FA-3C02-03E6-E0647B9C9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0080"/>
            <a:ext cx="4119824" cy="1259058"/>
          </a:xfrm>
        </p:spPr>
        <p:txBody>
          <a:bodyPr anchor="t">
            <a:normAutofit/>
          </a:bodyPr>
          <a:lstStyle/>
          <a:p>
            <a:r>
              <a:rPr lang="en-IN" sz="2800" dirty="0"/>
              <a:t>Business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512218-9233-B936-C2B3-FC80D39E9CE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61278296"/>
              </p:ext>
            </p:extLst>
          </p:nvPr>
        </p:nvGraphicFramePr>
        <p:xfrm>
          <a:off x="4425696" y="640080"/>
          <a:ext cx="7159752" cy="5724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4879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1BD5-629B-3594-B555-8BE3276D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>
            <a:normAutofit/>
          </a:bodyPr>
          <a:lstStyle/>
          <a:p>
            <a:r>
              <a:rPr lang="en-IN" dirty="0"/>
              <a:t>Skills demonstrated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7E15081-0018-7746-D92B-D10579B8F6D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9" b="6819"/>
          <a:stretch>
            <a:fillRect/>
          </a:stretch>
        </p:blipFill>
        <p:spPr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EB08E-87D7-037D-EE4F-0ED51EFFF9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1700" b="1" dirty="0"/>
              <a:t>Technical Skills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Power BI 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Power Query 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DAX 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Data Cleaning 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Data Modelling 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Data Visualization 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KPI Design 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Interactive Dashboard Design 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Business Analysis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700" b="1" dirty="0"/>
              <a:t>Deliverables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Interactive Power BI Dashboard 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GitHub Repository 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PowerPoint Presentation</a:t>
            </a:r>
          </a:p>
          <a:p>
            <a:pPr>
              <a:lnSpc>
                <a:spcPct val="110000"/>
              </a:lnSpc>
            </a:pP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3326829750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224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Oasis</vt:lpstr>
      <vt:lpstr>Store Sales Analysis Dashboard</vt:lpstr>
      <vt:lpstr>Project objective</vt:lpstr>
      <vt:lpstr>Dataset overview</vt:lpstr>
      <vt:lpstr>Dashboard preview</vt:lpstr>
      <vt:lpstr>Key insights</vt:lpstr>
      <vt:lpstr>Business recommendations</vt:lpstr>
      <vt:lpstr>Skills demonstrated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dsliva</dc:creator>
  <cp:lastModifiedBy>derek dsliva</cp:lastModifiedBy>
  <cp:revision>1</cp:revision>
  <dcterms:created xsi:type="dcterms:W3CDTF">2026-07-03T10:19:20Z</dcterms:created>
  <dcterms:modified xsi:type="dcterms:W3CDTF">2026-07-03T10:49:25Z</dcterms:modified>
</cp:coreProperties>
</file>